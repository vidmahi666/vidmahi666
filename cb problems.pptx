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6" r:id="rId3"/>
    <p:sldId id="27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7" r:id="rId16"/>
    <p:sldId id="281" r:id="rId17"/>
    <p:sldId id="268" r:id="rId18"/>
    <p:sldId id="269" r:id="rId19"/>
    <p:sldId id="270" r:id="rId20"/>
    <p:sldId id="271" r:id="rId21"/>
    <p:sldId id="272" r:id="rId22"/>
    <p:sldId id="273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kumar Chintakindi" userId="dad76f7a35db57df" providerId="LiveId" clId="{8160396A-7737-4DFD-8D99-CFC11E7B848C}"/>
    <pc:docChg chg="undo custSel addSld delSld modSld">
      <pc:chgData name="Ravikumar Chintakindi" userId="dad76f7a35db57df" providerId="LiveId" clId="{8160396A-7737-4DFD-8D99-CFC11E7B848C}" dt="2022-09-21T07:07:14.645" v="1913" actId="313"/>
      <pc:docMkLst>
        <pc:docMk/>
      </pc:docMkLst>
      <pc:sldChg chg="del">
        <pc:chgData name="Ravikumar Chintakindi" userId="dad76f7a35db57df" providerId="LiveId" clId="{8160396A-7737-4DFD-8D99-CFC11E7B848C}" dt="2022-09-21T07:05:29.663" v="1853" actId="47"/>
        <pc:sldMkLst>
          <pc:docMk/>
          <pc:sldMk cId="1499566516" sldId="256"/>
        </pc:sldMkLst>
      </pc:sldChg>
      <pc:sldChg chg="addSp modSp new">
        <pc:chgData name="Ravikumar Chintakindi" userId="dad76f7a35db57df" providerId="LiveId" clId="{8160396A-7737-4DFD-8D99-CFC11E7B848C}" dt="2022-09-21T05:37:49.705" v="5" actId="14100"/>
        <pc:sldMkLst>
          <pc:docMk/>
          <pc:sldMk cId="2805694169" sldId="258"/>
        </pc:sldMkLst>
        <pc:graphicFrameChg chg="add mod">
          <ac:chgData name="Ravikumar Chintakindi" userId="dad76f7a35db57df" providerId="LiveId" clId="{8160396A-7737-4DFD-8D99-CFC11E7B848C}" dt="2022-09-21T05:37:49.705" v="5" actId="14100"/>
          <ac:graphicFrameMkLst>
            <pc:docMk/>
            <pc:sldMk cId="2805694169" sldId="258"/>
            <ac:graphicFrameMk id="4" creationId="{2B68A732-694E-5A05-A639-B8DFF573C644}"/>
          </ac:graphicFrameMkLst>
        </pc:graphicFrameChg>
      </pc:sldChg>
      <pc:sldChg chg="addSp modSp new">
        <pc:chgData name="Ravikumar Chintakindi" userId="dad76f7a35db57df" providerId="LiveId" clId="{8160396A-7737-4DFD-8D99-CFC11E7B848C}" dt="2022-09-21T05:39:59.600" v="11" actId="14100"/>
        <pc:sldMkLst>
          <pc:docMk/>
          <pc:sldMk cId="4116126103" sldId="259"/>
        </pc:sldMkLst>
        <pc:graphicFrameChg chg="add mod">
          <ac:chgData name="Ravikumar Chintakindi" userId="dad76f7a35db57df" providerId="LiveId" clId="{8160396A-7737-4DFD-8D99-CFC11E7B848C}" dt="2022-09-21T05:39:59.600" v="11" actId="14100"/>
          <ac:graphicFrameMkLst>
            <pc:docMk/>
            <pc:sldMk cId="4116126103" sldId="259"/>
            <ac:graphicFrameMk id="4" creationId="{42AD8FC7-6763-DD72-9C4C-32B7BF0ED935}"/>
          </ac:graphicFrameMkLst>
        </pc:graphicFrameChg>
      </pc:sldChg>
      <pc:sldChg chg="addSp delSp modSp new mod">
        <pc:chgData name="Ravikumar Chintakindi" userId="dad76f7a35db57df" providerId="LiveId" clId="{8160396A-7737-4DFD-8D99-CFC11E7B848C}" dt="2022-09-21T05:43:16.506" v="74" actId="21"/>
        <pc:sldMkLst>
          <pc:docMk/>
          <pc:sldMk cId="455532652" sldId="260"/>
        </pc:sldMkLst>
        <pc:spChg chg="mod">
          <ac:chgData name="Ravikumar Chintakindi" userId="dad76f7a35db57df" providerId="LiveId" clId="{8160396A-7737-4DFD-8D99-CFC11E7B848C}" dt="2022-09-21T05:42:58.084" v="67" actId="20577"/>
          <ac:spMkLst>
            <pc:docMk/>
            <pc:sldMk cId="455532652" sldId="260"/>
            <ac:spMk id="2" creationId="{0C70AA71-9441-BD0B-764A-416C0B564F72}"/>
          </ac:spMkLst>
        </pc:spChg>
        <pc:spChg chg="del mod">
          <ac:chgData name="Ravikumar Chintakindi" userId="dad76f7a35db57df" providerId="LiveId" clId="{8160396A-7737-4DFD-8D99-CFC11E7B848C}" dt="2022-09-21T05:43:16.506" v="74" actId="21"/>
          <ac:spMkLst>
            <pc:docMk/>
            <pc:sldMk cId="455532652" sldId="260"/>
            <ac:spMk id="3" creationId="{F2E9B29E-7909-1F8B-C069-5EEF2DF5DE91}"/>
          </ac:spMkLst>
        </pc:spChg>
        <pc:graphicFrameChg chg="add mod">
          <ac:chgData name="Ravikumar Chintakindi" userId="dad76f7a35db57df" providerId="LiveId" clId="{8160396A-7737-4DFD-8D99-CFC11E7B848C}" dt="2022-09-21T05:43:10.597" v="72" actId="14100"/>
          <ac:graphicFrameMkLst>
            <pc:docMk/>
            <pc:sldMk cId="455532652" sldId="260"/>
            <ac:graphicFrameMk id="4" creationId="{94337F92-CC3A-C795-D487-DA10BF84C8AB}"/>
          </ac:graphicFrameMkLst>
        </pc:graphicFrameChg>
      </pc:sldChg>
      <pc:sldChg chg="addSp modSp new">
        <pc:chgData name="Ravikumar Chintakindi" userId="dad76f7a35db57df" providerId="LiveId" clId="{8160396A-7737-4DFD-8D99-CFC11E7B848C}" dt="2022-09-21T05:44:04.452" v="80" actId="14100"/>
        <pc:sldMkLst>
          <pc:docMk/>
          <pc:sldMk cId="2620104270" sldId="261"/>
        </pc:sldMkLst>
        <pc:graphicFrameChg chg="add mod">
          <ac:chgData name="Ravikumar Chintakindi" userId="dad76f7a35db57df" providerId="LiveId" clId="{8160396A-7737-4DFD-8D99-CFC11E7B848C}" dt="2022-09-21T05:44:04.452" v="80" actId="14100"/>
          <ac:graphicFrameMkLst>
            <pc:docMk/>
            <pc:sldMk cId="2620104270" sldId="261"/>
            <ac:graphicFrameMk id="4" creationId="{C9B8B05D-DF19-9832-AC5F-24840A3BEB8A}"/>
          </ac:graphicFrameMkLst>
        </pc:graphicFrameChg>
      </pc:sldChg>
      <pc:sldChg chg="addSp modSp new mod">
        <pc:chgData name="Ravikumar Chintakindi" userId="dad76f7a35db57df" providerId="LiveId" clId="{8160396A-7737-4DFD-8D99-CFC11E7B848C}" dt="2022-09-21T05:45:59.835" v="92" actId="14100"/>
        <pc:sldMkLst>
          <pc:docMk/>
          <pc:sldMk cId="573571884" sldId="262"/>
        </pc:sldMkLst>
        <pc:graphicFrameChg chg="add mod">
          <ac:chgData name="Ravikumar Chintakindi" userId="dad76f7a35db57df" providerId="LiveId" clId="{8160396A-7737-4DFD-8D99-CFC11E7B848C}" dt="2022-09-21T05:45:50.716" v="89" actId="1076"/>
          <ac:graphicFrameMkLst>
            <pc:docMk/>
            <pc:sldMk cId="573571884" sldId="262"/>
            <ac:graphicFrameMk id="4" creationId="{31354EE7-3652-E39F-8977-BCFCCB1FC415}"/>
          </ac:graphicFrameMkLst>
        </pc:graphicFrameChg>
        <pc:graphicFrameChg chg="add mod">
          <ac:chgData name="Ravikumar Chintakindi" userId="dad76f7a35db57df" providerId="LiveId" clId="{8160396A-7737-4DFD-8D99-CFC11E7B848C}" dt="2022-09-21T05:45:59.835" v="92" actId="14100"/>
          <ac:graphicFrameMkLst>
            <pc:docMk/>
            <pc:sldMk cId="573571884" sldId="262"/>
            <ac:graphicFrameMk id="5" creationId="{43885A53-69CD-DED4-BB88-5BD065242B0D}"/>
          </ac:graphicFrameMkLst>
        </pc:graphicFrameChg>
      </pc:sldChg>
      <pc:sldChg chg="addSp delSp modSp new mod">
        <pc:chgData name="Ravikumar Chintakindi" userId="dad76f7a35db57df" providerId="LiveId" clId="{8160396A-7737-4DFD-8D99-CFC11E7B848C}" dt="2022-09-21T05:48:39.778" v="196" actId="20577"/>
        <pc:sldMkLst>
          <pc:docMk/>
          <pc:sldMk cId="1820689634" sldId="263"/>
        </pc:sldMkLst>
        <pc:spChg chg="del">
          <ac:chgData name="Ravikumar Chintakindi" userId="dad76f7a35db57df" providerId="LiveId" clId="{8160396A-7737-4DFD-8D99-CFC11E7B848C}" dt="2022-09-21T05:46:55.115" v="97" actId="21"/>
          <ac:spMkLst>
            <pc:docMk/>
            <pc:sldMk cId="1820689634" sldId="263"/>
            <ac:spMk id="2" creationId="{B03A1EA6-7CD3-58AD-2BC0-C41FF6A5E889}"/>
          </ac:spMkLst>
        </pc:spChg>
        <pc:spChg chg="del">
          <ac:chgData name="Ravikumar Chintakindi" userId="dad76f7a35db57df" providerId="LiveId" clId="{8160396A-7737-4DFD-8D99-CFC11E7B848C}" dt="2022-09-21T05:46:51.254" v="96" actId="21"/>
          <ac:spMkLst>
            <pc:docMk/>
            <pc:sldMk cId="1820689634" sldId="263"/>
            <ac:spMk id="3" creationId="{B707A5EC-8564-963B-5162-2E7ABD08E58D}"/>
          </ac:spMkLst>
        </pc:spChg>
        <pc:spChg chg="add mod">
          <ac:chgData name="Ravikumar Chintakindi" userId="dad76f7a35db57df" providerId="LiveId" clId="{8160396A-7737-4DFD-8D99-CFC11E7B848C}" dt="2022-09-21T05:48:39.778" v="196" actId="20577"/>
          <ac:spMkLst>
            <pc:docMk/>
            <pc:sldMk cId="1820689634" sldId="263"/>
            <ac:spMk id="6" creationId="{54FAC978-5C61-B563-D940-ED953FFF0836}"/>
          </ac:spMkLst>
        </pc:spChg>
        <pc:graphicFrameChg chg="add mod">
          <ac:chgData name="Ravikumar Chintakindi" userId="dad76f7a35db57df" providerId="LiveId" clId="{8160396A-7737-4DFD-8D99-CFC11E7B848C}" dt="2022-09-21T05:47:02.490" v="100" actId="14100"/>
          <ac:graphicFrameMkLst>
            <pc:docMk/>
            <pc:sldMk cId="1820689634" sldId="263"/>
            <ac:graphicFrameMk id="4" creationId="{53001E37-2F7E-B1C6-E6A9-6B9186100178}"/>
          </ac:graphicFrameMkLst>
        </pc:graphicFrameChg>
        <pc:graphicFrameChg chg="add mod">
          <ac:chgData name="Ravikumar Chintakindi" userId="dad76f7a35db57df" providerId="LiveId" clId="{8160396A-7737-4DFD-8D99-CFC11E7B848C}" dt="2022-09-21T05:47:12.451" v="102" actId="1076"/>
          <ac:graphicFrameMkLst>
            <pc:docMk/>
            <pc:sldMk cId="1820689634" sldId="263"/>
            <ac:graphicFrameMk id="5" creationId="{A4DB1FCB-970C-5527-961A-7451F1D9318D}"/>
          </ac:graphicFrameMkLst>
        </pc:graphicFrameChg>
      </pc:sldChg>
      <pc:sldChg chg="addSp delSp modSp new mod">
        <pc:chgData name="Ravikumar Chintakindi" userId="dad76f7a35db57df" providerId="LiveId" clId="{8160396A-7737-4DFD-8D99-CFC11E7B848C}" dt="2022-09-21T05:54:33.296" v="209" actId="14100"/>
        <pc:sldMkLst>
          <pc:docMk/>
          <pc:sldMk cId="1749545065" sldId="264"/>
        </pc:sldMkLst>
        <pc:graphicFrameChg chg="add mod">
          <ac:chgData name="Ravikumar Chintakindi" userId="dad76f7a35db57df" providerId="LiveId" clId="{8160396A-7737-4DFD-8D99-CFC11E7B848C}" dt="2022-09-21T05:51:34.262" v="201" actId="14100"/>
          <ac:graphicFrameMkLst>
            <pc:docMk/>
            <pc:sldMk cId="1749545065" sldId="264"/>
            <ac:graphicFrameMk id="4" creationId="{20A74789-4025-37DA-9F5A-E62CA73B2934}"/>
          </ac:graphicFrameMkLst>
        </pc:graphicFrameChg>
        <pc:graphicFrameChg chg="add del mod">
          <ac:chgData name="Ravikumar Chintakindi" userId="dad76f7a35db57df" providerId="LiveId" clId="{8160396A-7737-4DFD-8D99-CFC11E7B848C}" dt="2022-09-21T05:54:21.508" v="204" actId="478"/>
          <ac:graphicFrameMkLst>
            <pc:docMk/>
            <pc:sldMk cId="1749545065" sldId="264"/>
            <ac:graphicFrameMk id="5" creationId="{F9AD77AA-7E8D-89AA-CB66-3A0B5CC3B6D8}"/>
          </ac:graphicFrameMkLst>
        </pc:graphicFrameChg>
        <pc:graphicFrameChg chg="add mod">
          <ac:chgData name="Ravikumar Chintakindi" userId="dad76f7a35db57df" providerId="LiveId" clId="{8160396A-7737-4DFD-8D99-CFC11E7B848C}" dt="2022-09-21T05:54:33.296" v="209" actId="14100"/>
          <ac:graphicFrameMkLst>
            <pc:docMk/>
            <pc:sldMk cId="1749545065" sldId="264"/>
            <ac:graphicFrameMk id="6" creationId="{DDE3C5A2-6F87-5886-B20A-5DE6874747C8}"/>
          </ac:graphicFrameMkLst>
        </pc:graphicFrameChg>
      </pc:sldChg>
      <pc:sldChg chg="addSp modSp new mod">
        <pc:chgData name="Ravikumar Chintakindi" userId="dad76f7a35db57df" providerId="LiveId" clId="{8160396A-7737-4DFD-8D99-CFC11E7B848C}" dt="2022-09-21T05:56:41.160" v="222" actId="14100"/>
        <pc:sldMkLst>
          <pc:docMk/>
          <pc:sldMk cId="222842357" sldId="265"/>
        </pc:sldMkLst>
        <pc:graphicFrameChg chg="add mod">
          <ac:chgData name="Ravikumar Chintakindi" userId="dad76f7a35db57df" providerId="LiveId" clId="{8160396A-7737-4DFD-8D99-CFC11E7B848C}" dt="2022-09-21T05:55:40.930" v="215" actId="14100"/>
          <ac:graphicFrameMkLst>
            <pc:docMk/>
            <pc:sldMk cId="222842357" sldId="265"/>
            <ac:graphicFrameMk id="4" creationId="{D57F2CDC-00A9-CFA9-A204-9C586CA8598D}"/>
          </ac:graphicFrameMkLst>
        </pc:graphicFrameChg>
        <pc:graphicFrameChg chg="add mod">
          <ac:chgData name="Ravikumar Chintakindi" userId="dad76f7a35db57df" providerId="LiveId" clId="{8160396A-7737-4DFD-8D99-CFC11E7B848C}" dt="2022-09-21T05:56:41.160" v="222" actId="14100"/>
          <ac:graphicFrameMkLst>
            <pc:docMk/>
            <pc:sldMk cId="222842357" sldId="265"/>
            <ac:graphicFrameMk id="5" creationId="{93940942-292F-5FF4-12ED-44E448AF0E1F}"/>
          </ac:graphicFrameMkLst>
        </pc:graphicFrameChg>
      </pc:sldChg>
      <pc:sldChg chg="addSp modSp new">
        <pc:chgData name="Ravikumar Chintakindi" userId="dad76f7a35db57df" providerId="LiveId" clId="{8160396A-7737-4DFD-8D99-CFC11E7B848C}" dt="2022-09-21T06:00:44.182" v="228" actId="14100"/>
        <pc:sldMkLst>
          <pc:docMk/>
          <pc:sldMk cId="1632109865" sldId="266"/>
        </pc:sldMkLst>
        <pc:graphicFrameChg chg="add mod">
          <ac:chgData name="Ravikumar Chintakindi" userId="dad76f7a35db57df" providerId="LiveId" clId="{8160396A-7737-4DFD-8D99-CFC11E7B848C}" dt="2022-09-21T06:00:44.182" v="228" actId="14100"/>
          <ac:graphicFrameMkLst>
            <pc:docMk/>
            <pc:sldMk cId="1632109865" sldId="266"/>
            <ac:graphicFrameMk id="4" creationId="{D6BEAF36-9A24-459D-FA28-0719AEB0DDFA}"/>
          </ac:graphicFrameMkLst>
        </pc:graphicFrameChg>
      </pc:sldChg>
      <pc:sldChg chg="addSp delSp modSp new mod">
        <pc:chgData name="Ravikumar Chintakindi" userId="dad76f7a35db57df" providerId="LiveId" clId="{8160396A-7737-4DFD-8D99-CFC11E7B848C}" dt="2022-09-21T06:08:10.154" v="724" actId="20577"/>
        <pc:sldMkLst>
          <pc:docMk/>
          <pc:sldMk cId="3716184588" sldId="267"/>
        </pc:sldMkLst>
        <pc:spChg chg="add del mod">
          <ac:chgData name="Ravikumar Chintakindi" userId="dad76f7a35db57df" providerId="LiveId" clId="{8160396A-7737-4DFD-8D99-CFC11E7B848C}" dt="2022-09-21T06:08:10.154" v="724" actId="20577"/>
          <ac:spMkLst>
            <pc:docMk/>
            <pc:sldMk cId="3716184588" sldId="267"/>
            <ac:spMk id="2" creationId="{DF3AFD5F-90A4-5EE0-3148-E102572104A1}"/>
          </ac:spMkLst>
        </pc:spChg>
        <pc:spChg chg="del mod">
          <ac:chgData name="Ravikumar Chintakindi" userId="dad76f7a35db57df" providerId="LiveId" clId="{8160396A-7737-4DFD-8D99-CFC11E7B848C}" dt="2022-09-21T06:02:35.142" v="368" actId="21"/>
          <ac:spMkLst>
            <pc:docMk/>
            <pc:sldMk cId="3716184588" sldId="267"/>
            <ac:spMk id="3" creationId="{30BAB21D-C071-6562-3AC7-B25CCDFBCB1B}"/>
          </ac:spMkLst>
        </pc:spChg>
        <pc:spChg chg="add del mod">
          <ac:chgData name="Ravikumar Chintakindi" userId="dad76f7a35db57df" providerId="LiveId" clId="{8160396A-7737-4DFD-8D99-CFC11E7B848C}" dt="2022-09-21T06:04:28.531" v="469" actId="21"/>
          <ac:spMkLst>
            <pc:docMk/>
            <pc:sldMk cId="3716184588" sldId="267"/>
            <ac:spMk id="5" creationId="{7DD6511C-56BA-4131-7F3B-728072A31259}"/>
          </ac:spMkLst>
        </pc:spChg>
        <pc:spChg chg="add del mod">
          <ac:chgData name="Ravikumar Chintakindi" userId="dad76f7a35db57df" providerId="LiveId" clId="{8160396A-7737-4DFD-8D99-CFC11E7B848C}" dt="2022-09-21T06:07:57.957" v="722" actId="21"/>
          <ac:spMkLst>
            <pc:docMk/>
            <pc:sldMk cId="3716184588" sldId="267"/>
            <ac:spMk id="7" creationId="{1979A16C-FC47-E4D9-E865-50909099BAB7}"/>
          </ac:spMkLst>
        </pc:spChg>
      </pc:sldChg>
      <pc:sldChg chg="addSp delSp modSp new mod">
        <pc:chgData name="Ravikumar Chintakindi" userId="dad76f7a35db57df" providerId="LiveId" clId="{8160396A-7737-4DFD-8D99-CFC11E7B848C}" dt="2022-09-21T06:20:03.028" v="737" actId="14100"/>
        <pc:sldMkLst>
          <pc:docMk/>
          <pc:sldMk cId="3022435310" sldId="268"/>
        </pc:sldMkLst>
        <pc:spChg chg="del mod">
          <ac:chgData name="Ravikumar Chintakindi" userId="dad76f7a35db57df" providerId="LiveId" clId="{8160396A-7737-4DFD-8D99-CFC11E7B848C}" dt="2022-09-21T06:19:29.266" v="731" actId="478"/>
          <ac:spMkLst>
            <pc:docMk/>
            <pc:sldMk cId="3022435310" sldId="268"/>
            <ac:spMk id="2" creationId="{505306D2-C0AF-760E-6C30-1EEEE8B26A61}"/>
          </ac:spMkLst>
        </pc:spChg>
        <pc:spChg chg="del mod">
          <ac:chgData name="Ravikumar Chintakindi" userId="dad76f7a35db57df" providerId="LiveId" clId="{8160396A-7737-4DFD-8D99-CFC11E7B848C}" dt="2022-09-21T06:19:56.939" v="735" actId="21"/>
          <ac:spMkLst>
            <pc:docMk/>
            <pc:sldMk cId="3022435310" sldId="268"/>
            <ac:spMk id="3" creationId="{02445944-A8E1-53B3-FAAC-579E90B82C18}"/>
          </ac:spMkLst>
        </pc:spChg>
        <pc:graphicFrameChg chg="add mod">
          <ac:chgData name="Ravikumar Chintakindi" userId="dad76f7a35db57df" providerId="LiveId" clId="{8160396A-7737-4DFD-8D99-CFC11E7B848C}" dt="2022-09-21T06:20:03.028" v="737" actId="14100"/>
          <ac:graphicFrameMkLst>
            <pc:docMk/>
            <pc:sldMk cId="3022435310" sldId="268"/>
            <ac:graphicFrameMk id="4" creationId="{BC7AD9D5-E6E9-B6F8-73AB-0ACBA75C63C1}"/>
          </ac:graphicFrameMkLst>
        </pc:graphicFrameChg>
      </pc:sldChg>
      <pc:sldChg chg="addSp delSp modSp new mod">
        <pc:chgData name="Ravikumar Chintakindi" userId="dad76f7a35db57df" providerId="LiveId" clId="{8160396A-7737-4DFD-8D99-CFC11E7B848C}" dt="2022-09-21T07:07:14.645" v="1913" actId="313"/>
        <pc:sldMkLst>
          <pc:docMk/>
          <pc:sldMk cId="1144557387" sldId="269"/>
        </pc:sldMkLst>
        <pc:spChg chg="del mod">
          <ac:chgData name="Ravikumar Chintakindi" userId="dad76f7a35db57df" providerId="LiveId" clId="{8160396A-7737-4DFD-8D99-CFC11E7B848C}" dt="2022-09-21T06:23:08.553" v="742" actId="21"/>
          <ac:spMkLst>
            <pc:docMk/>
            <pc:sldMk cId="1144557387" sldId="269"/>
            <ac:spMk id="2" creationId="{C9F552E5-7E51-2117-AC1B-0BAE03366551}"/>
          </ac:spMkLst>
        </pc:spChg>
        <pc:spChg chg="mod">
          <ac:chgData name="Ravikumar Chintakindi" userId="dad76f7a35db57df" providerId="LiveId" clId="{8160396A-7737-4DFD-8D99-CFC11E7B848C}" dt="2022-09-21T07:07:14.645" v="1913" actId="313"/>
          <ac:spMkLst>
            <pc:docMk/>
            <pc:sldMk cId="1144557387" sldId="269"/>
            <ac:spMk id="3" creationId="{0F1546BC-A505-76C0-883C-33353862343A}"/>
          </ac:spMkLst>
        </pc:spChg>
        <pc:graphicFrameChg chg="add mod modGraphic">
          <ac:chgData name="Ravikumar Chintakindi" userId="dad76f7a35db57df" providerId="LiveId" clId="{8160396A-7737-4DFD-8D99-CFC11E7B848C}" dt="2022-09-21T06:26:45.443" v="859" actId="14100"/>
          <ac:graphicFrameMkLst>
            <pc:docMk/>
            <pc:sldMk cId="1144557387" sldId="269"/>
            <ac:graphicFrameMk id="4" creationId="{E3B6160B-4682-7E66-6950-3B8C880F92D6}"/>
          </ac:graphicFrameMkLst>
        </pc:graphicFrameChg>
      </pc:sldChg>
      <pc:sldChg chg="modSp new mod">
        <pc:chgData name="Ravikumar Chintakindi" userId="dad76f7a35db57df" providerId="LiveId" clId="{8160396A-7737-4DFD-8D99-CFC11E7B848C}" dt="2022-09-21T06:29:52.525" v="1003" actId="20577"/>
        <pc:sldMkLst>
          <pc:docMk/>
          <pc:sldMk cId="2080552971" sldId="270"/>
        </pc:sldMkLst>
        <pc:spChg chg="mod">
          <ac:chgData name="Ravikumar Chintakindi" userId="dad76f7a35db57df" providerId="LiveId" clId="{8160396A-7737-4DFD-8D99-CFC11E7B848C}" dt="2022-09-21T06:29:52.525" v="1003" actId="20577"/>
          <ac:spMkLst>
            <pc:docMk/>
            <pc:sldMk cId="2080552971" sldId="270"/>
            <ac:spMk id="2" creationId="{E96A0E57-5D52-C9E6-DCA7-0C37E7CE509F}"/>
          </ac:spMkLst>
        </pc:spChg>
        <pc:spChg chg="mod">
          <ac:chgData name="Ravikumar Chintakindi" userId="dad76f7a35db57df" providerId="LiveId" clId="{8160396A-7737-4DFD-8D99-CFC11E7B848C}" dt="2022-09-21T06:29:45.564" v="995" actId="20577"/>
          <ac:spMkLst>
            <pc:docMk/>
            <pc:sldMk cId="2080552971" sldId="270"/>
            <ac:spMk id="3" creationId="{F809A560-E3C1-9700-63F5-93101765AE95}"/>
          </ac:spMkLst>
        </pc:spChg>
      </pc:sldChg>
      <pc:sldChg chg="addSp delSp modSp new mod">
        <pc:chgData name="Ravikumar Chintakindi" userId="dad76f7a35db57df" providerId="LiveId" clId="{8160396A-7737-4DFD-8D99-CFC11E7B848C}" dt="2022-09-21T06:37:55.101" v="1211" actId="1076"/>
        <pc:sldMkLst>
          <pc:docMk/>
          <pc:sldMk cId="3636697298" sldId="271"/>
        </pc:sldMkLst>
        <pc:spChg chg="mod">
          <ac:chgData name="Ravikumar Chintakindi" userId="dad76f7a35db57df" providerId="LiveId" clId="{8160396A-7737-4DFD-8D99-CFC11E7B848C}" dt="2022-09-21T06:30:03.829" v="1011" actId="20577"/>
          <ac:spMkLst>
            <pc:docMk/>
            <pc:sldMk cId="3636697298" sldId="271"/>
            <ac:spMk id="2" creationId="{EC1AC448-B797-E485-517A-2F8CFE626F04}"/>
          </ac:spMkLst>
        </pc:spChg>
        <pc:spChg chg="mod">
          <ac:chgData name="Ravikumar Chintakindi" userId="dad76f7a35db57df" providerId="LiveId" clId="{8160396A-7737-4DFD-8D99-CFC11E7B848C}" dt="2022-09-21T06:30:25.111" v="1043" actId="20577"/>
          <ac:spMkLst>
            <pc:docMk/>
            <pc:sldMk cId="3636697298" sldId="271"/>
            <ac:spMk id="3" creationId="{A8E43EC7-6B30-6F5B-CE3B-EBFDCE0FAEC8}"/>
          </ac:spMkLst>
        </pc:spChg>
        <pc:graphicFrameChg chg="add del mod modGraphic">
          <ac:chgData name="Ravikumar Chintakindi" userId="dad76f7a35db57df" providerId="LiveId" clId="{8160396A-7737-4DFD-8D99-CFC11E7B848C}" dt="2022-09-21T06:31:36.535" v="1046" actId="478"/>
          <ac:graphicFrameMkLst>
            <pc:docMk/>
            <pc:sldMk cId="3636697298" sldId="271"/>
            <ac:graphicFrameMk id="4" creationId="{040D89CD-BC22-70A6-4475-9FA8AE7B1ABD}"/>
          </ac:graphicFrameMkLst>
        </pc:graphicFrameChg>
        <pc:graphicFrameChg chg="add del mod modGraphic">
          <ac:chgData name="Ravikumar Chintakindi" userId="dad76f7a35db57df" providerId="LiveId" clId="{8160396A-7737-4DFD-8D99-CFC11E7B848C}" dt="2022-09-21T06:37:39.638" v="1210" actId="1076"/>
          <ac:graphicFrameMkLst>
            <pc:docMk/>
            <pc:sldMk cId="3636697298" sldId="271"/>
            <ac:graphicFrameMk id="5" creationId="{1EA282CF-3E5A-4CCA-2B43-F852C78AC194}"/>
          </ac:graphicFrameMkLst>
        </pc:graphicFrameChg>
        <pc:graphicFrameChg chg="add del mod">
          <ac:chgData name="Ravikumar Chintakindi" userId="dad76f7a35db57df" providerId="LiveId" clId="{8160396A-7737-4DFD-8D99-CFC11E7B848C}" dt="2022-09-21T06:34:23.806" v="1145"/>
          <ac:graphicFrameMkLst>
            <pc:docMk/>
            <pc:sldMk cId="3636697298" sldId="271"/>
            <ac:graphicFrameMk id="6" creationId="{3D4AA853-EDFD-F888-4F2E-531980893274}"/>
          </ac:graphicFrameMkLst>
        </pc:graphicFrameChg>
        <pc:graphicFrameChg chg="add del">
          <ac:chgData name="Ravikumar Chintakindi" userId="dad76f7a35db57df" providerId="LiveId" clId="{8160396A-7737-4DFD-8D99-CFC11E7B848C}" dt="2022-09-21T06:35:08.878" v="1155" actId="3680"/>
          <ac:graphicFrameMkLst>
            <pc:docMk/>
            <pc:sldMk cId="3636697298" sldId="271"/>
            <ac:graphicFrameMk id="7" creationId="{87A5D4DD-FF7B-035A-121A-56CAAAA1CE67}"/>
          </ac:graphicFrameMkLst>
        </pc:graphicFrameChg>
        <pc:graphicFrameChg chg="add del mod">
          <ac:chgData name="Ravikumar Chintakindi" userId="dad76f7a35db57df" providerId="LiveId" clId="{8160396A-7737-4DFD-8D99-CFC11E7B848C}" dt="2022-09-21T06:35:08.438" v="1154"/>
          <ac:graphicFrameMkLst>
            <pc:docMk/>
            <pc:sldMk cId="3636697298" sldId="271"/>
            <ac:graphicFrameMk id="8" creationId="{D8AB43C0-7F19-D3CA-76FD-F77E2F831E4A}"/>
          </ac:graphicFrameMkLst>
        </pc:graphicFrameChg>
        <pc:graphicFrameChg chg="add del mod">
          <ac:chgData name="Ravikumar Chintakindi" userId="dad76f7a35db57df" providerId="LiveId" clId="{8160396A-7737-4DFD-8D99-CFC11E7B848C}" dt="2022-09-21T06:35:06.874" v="1153"/>
          <ac:graphicFrameMkLst>
            <pc:docMk/>
            <pc:sldMk cId="3636697298" sldId="271"/>
            <ac:graphicFrameMk id="9" creationId="{0A44B67C-A68F-4F06-E371-3BF442D106D4}"/>
          </ac:graphicFrameMkLst>
        </pc:graphicFrameChg>
        <pc:graphicFrameChg chg="add mod modGraphic">
          <ac:chgData name="Ravikumar Chintakindi" userId="dad76f7a35db57df" providerId="LiveId" clId="{8160396A-7737-4DFD-8D99-CFC11E7B848C}" dt="2022-09-21T06:37:55.101" v="1211" actId="1076"/>
          <ac:graphicFrameMkLst>
            <pc:docMk/>
            <pc:sldMk cId="3636697298" sldId="271"/>
            <ac:graphicFrameMk id="10" creationId="{2D53C12F-5BA9-D269-7F37-95CA5E8C9A8D}"/>
          </ac:graphicFrameMkLst>
        </pc:graphicFrameChg>
      </pc:sldChg>
      <pc:sldChg chg="addSp delSp modSp new mod">
        <pc:chgData name="Ravikumar Chintakindi" userId="dad76f7a35db57df" providerId="LiveId" clId="{8160396A-7737-4DFD-8D99-CFC11E7B848C}" dt="2022-09-21T06:44:18.048" v="1540" actId="20577"/>
        <pc:sldMkLst>
          <pc:docMk/>
          <pc:sldMk cId="3271734065" sldId="272"/>
        </pc:sldMkLst>
        <pc:spChg chg="del mod">
          <ac:chgData name="Ravikumar Chintakindi" userId="dad76f7a35db57df" providerId="LiveId" clId="{8160396A-7737-4DFD-8D99-CFC11E7B848C}" dt="2022-09-21T06:39:06.869" v="1215" actId="21"/>
          <ac:spMkLst>
            <pc:docMk/>
            <pc:sldMk cId="3271734065" sldId="272"/>
            <ac:spMk id="2" creationId="{898F19C7-CE1B-FB00-00F7-E62E474F1B19}"/>
          </ac:spMkLst>
        </pc:spChg>
        <pc:spChg chg="mod">
          <ac:chgData name="Ravikumar Chintakindi" userId="dad76f7a35db57df" providerId="LiveId" clId="{8160396A-7737-4DFD-8D99-CFC11E7B848C}" dt="2022-09-21T06:43:30.210" v="1484" actId="14100"/>
          <ac:spMkLst>
            <pc:docMk/>
            <pc:sldMk cId="3271734065" sldId="272"/>
            <ac:spMk id="3" creationId="{C93438C0-007B-4EFC-9741-FF343FC08C83}"/>
          </ac:spMkLst>
        </pc:spChg>
        <pc:spChg chg="add mod">
          <ac:chgData name="Ravikumar Chintakindi" userId="dad76f7a35db57df" providerId="LiveId" clId="{8160396A-7737-4DFD-8D99-CFC11E7B848C}" dt="2022-09-21T06:44:18.048" v="1540" actId="20577"/>
          <ac:spMkLst>
            <pc:docMk/>
            <pc:sldMk cId="3271734065" sldId="272"/>
            <ac:spMk id="5" creationId="{51A0306A-98B0-020D-69D4-8C0B27671424}"/>
          </ac:spMkLst>
        </pc:spChg>
        <pc:graphicFrameChg chg="add mod modGraphic">
          <ac:chgData name="Ravikumar Chintakindi" userId="dad76f7a35db57df" providerId="LiveId" clId="{8160396A-7737-4DFD-8D99-CFC11E7B848C}" dt="2022-09-21T06:43:13.460" v="1483" actId="20577"/>
          <ac:graphicFrameMkLst>
            <pc:docMk/>
            <pc:sldMk cId="3271734065" sldId="272"/>
            <ac:graphicFrameMk id="4" creationId="{3801654E-C8FC-07A0-6F77-E7DBC914B898}"/>
          </ac:graphicFrameMkLst>
        </pc:graphicFrameChg>
      </pc:sldChg>
      <pc:sldChg chg="addSp delSp modSp new mod">
        <pc:chgData name="Ravikumar Chintakindi" userId="dad76f7a35db57df" providerId="LiveId" clId="{8160396A-7737-4DFD-8D99-CFC11E7B848C}" dt="2022-09-21T06:57:53.268" v="1832" actId="20577"/>
        <pc:sldMkLst>
          <pc:docMk/>
          <pc:sldMk cId="3811004837" sldId="273"/>
        </pc:sldMkLst>
        <pc:spChg chg="del mod">
          <ac:chgData name="Ravikumar Chintakindi" userId="dad76f7a35db57df" providerId="LiveId" clId="{8160396A-7737-4DFD-8D99-CFC11E7B848C}" dt="2022-09-21T06:53:49.114" v="1661" actId="21"/>
          <ac:spMkLst>
            <pc:docMk/>
            <pc:sldMk cId="3811004837" sldId="273"/>
            <ac:spMk id="2" creationId="{555BC573-8234-9D2D-4694-A9959A93DB65}"/>
          </ac:spMkLst>
        </pc:spChg>
        <pc:spChg chg="mod">
          <ac:chgData name="Ravikumar Chintakindi" userId="dad76f7a35db57df" providerId="LiveId" clId="{8160396A-7737-4DFD-8D99-CFC11E7B848C}" dt="2022-09-21T06:53:18.507" v="1652" actId="6549"/>
          <ac:spMkLst>
            <pc:docMk/>
            <pc:sldMk cId="3811004837" sldId="273"/>
            <ac:spMk id="3" creationId="{86D38A0B-17A2-4C72-D30B-4F8C80581A00}"/>
          </ac:spMkLst>
        </pc:spChg>
        <pc:spChg chg="add mod">
          <ac:chgData name="Ravikumar Chintakindi" userId="dad76f7a35db57df" providerId="LiveId" clId="{8160396A-7737-4DFD-8D99-CFC11E7B848C}" dt="2022-09-21T06:57:53.268" v="1832" actId="20577"/>
          <ac:spMkLst>
            <pc:docMk/>
            <pc:sldMk cId="3811004837" sldId="273"/>
            <ac:spMk id="5" creationId="{32A72265-032B-6DFB-5616-35B6E3D47A21}"/>
          </ac:spMkLst>
        </pc:spChg>
        <pc:graphicFrameChg chg="add mod">
          <ac:chgData name="Ravikumar Chintakindi" userId="dad76f7a35db57df" providerId="LiveId" clId="{8160396A-7737-4DFD-8D99-CFC11E7B848C}" dt="2022-09-21T06:53:52.617" v="1662" actId="1076"/>
          <ac:graphicFrameMkLst>
            <pc:docMk/>
            <pc:sldMk cId="3811004837" sldId="273"/>
            <ac:graphicFrameMk id="4" creationId="{43E7170E-032C-5710-5864-06EDD010D425}"/>
          </ac:graphicFrameMkLst>
        </pc:graphicFrameChg>
      </pc:sldChg>
      <pc:sldChg chg="addSp delSp modSp new mod">
        <pc:chgData name="Ravikumar Chintakindi" userId="dad76f7a35db57df" providerId="LiveId" clId="{8160396A-7737-4DFD-8D99-CFC11E7B848C}" dt="2022-09-21T07:05:09.342" v="1852" actId="14100"/>
        <pc:sldMkLst>
          <pc:docMk/>
          <pc:sldMk cId="428186853" sldId="274"/>
        </pc:sldMkLst>
        <pc:graphicFrameChg chg="add mod">
          <ac:chgData name="Ravikumar Chintakindi" userId="dad76f7a35db57df" providerId="LiveId" clId="{8160396A-7737-4DFD-8D99-CFC11E7B848C}" dt="2022-09-21T07:05:09.342" v="1852" actId="14100"/>
          <ac:graphicFrameMkLst>
            <pc:docMk/>
            <pc:sldMk cId="428186853" sldId="274"/>
            <ac:graphicFrameMk id="4" creationId="{03A6D524-7245-7C53-A2F4-3DACA187D2E6}"/>
          </ac:graphicFrameMkLst>
        </pc:graphicFrameChg>
        <pc:graphicFrameChg chg="add mod">
          <ac:chgData name="Ravikumar Chintakindi" userId="dad76f7a35db57df" providerId="LiveId" clId="{8160396A-7737-4DFD-8D99-CFC11E7B848C}" dt="2022-09-21T07:04:33.868" v="1847" actId="1076"/>
          <ac:graphicFrameMkLst>
            <pc:docMk/>
            <pc:sldMk cId="428186853" sldId="274"/>
            <ac:graphicFrameMk id="5" creationId="{9F0A5631-CC8C-7195-5E86-523FDA9D47B3}"/>
          </ac:graphicFrameMkLst>
        </pc:graphicFrameChg>
        <pc:graphicFrameChg chg="add mod">
          <ac:chgData name="Ravikumar Chintakindi" userId="dad76f7a35db57df" providerId="LiveId" clId="{8160396A-7737-4DFD-8D99-CFC11E7B848C}" dt="2022-09-21T07:04:58.299" v="1851" actId="1076"/>
          <ac:graphicFrameMkLst>
            <pc:docMk/>
            <pc:sldMk cId="428186853" sldId="274"/>
            <ac:graphicFrameMk id="6" creationId="{C70666E2-D554-1902-DCA5-09064D8390A4}"/>
          </ac:graphicFrameMkLst>
        </pc:graphicFrameChg>
        <pc:picChg chg="add del mod">
          <ac:chgData name="Ravikumar Chintakindi" userId="dad76f7a35db57df" providerId="LiveId" clId="{8160396A-7737-4DFD-8D99-CFC11E7B848C}" dt="2022-09-21T07:00:23.853" v="1837"/>
          <ac:picMkLst>
            <pc:docMk/>
            <pc:sldMk cId="428186853" sldId="274"/>
            <ac:picMk id="1026" creationId="{C4B12313-192E-FC68-8219-07868F177C44}"/>
          </ac:picMkLst>
        </pc:picChg>
      </pc:sldChg>
      <pc:sldChg chg="add">
        <pc:chgData name="Ravikumar Chintakindi" userId="dad76f7a35db57df" providerId="LiveId" clId="{8160396A-7737-4DFD-8D99-CFC11E7B848C}" dt="2022-09-21T07:00:32.336" v="1838"/>
        <pc:sldMkLst>
          <pc:docMk/>
          <pc:sldMk cId="3669297760" sldId="275"/>
        </pc:sldMkLst>
      </pc:sldChg>
      <pc:sldChg chg="delSp modSp new mod">
        <pc:chgData name="Ravikumar Chintakindi" userId="dad76f7a35db57df" providerId="LiveId" clId="{8160396A-7737-4DFD-8D99-CFC11E7B848C}" dt="2022-09-21T07:06:18.491" v="1912" actId="403"/>
        <pc:sldMkLst>
          <pc:docMk/>
          <pc:sldMk cId="588948060" sldId="276"/>
        </pc:sldMkLst>
        <pc:spChg chg="del mod">
          <ac:chgData name="Ravikumar Chintakindi" userId="dad76f7a35db57df" providerId="LiveId" clId="{8160396A-7737-4DFD-8D99-CFC11E7B848C}" dt="2022-09-21T07:06:14.162" v="1908" actId="21"/>
          <ac:spMkLst>
            <pc:docMk/>
            <pc:sldMk cId="588948060" sldId="276"/>
            <ac:spMk id="2" creationId="{B5597FF9-F055-09B9-4A5E-D85678FC1E4E}"/>
          </ac:spMkLst>
        </pc:spChg>
        <pc:spChg chg="mod">
          <ac:chgData name="Ravikumar Chintakindi" userId="dad76f7a35db57df" providerId="LiveId" clId="{8160396A-7737-4DFD-8D99-CFC11E7B848C}" dt="2022-09-21T07:06:18.491" v="1912" actId="403"/>
          <ac:spMkLst>
            <pc:docMk/>
            <pc:sldMk cId="588948060" sldId="276"/>
            <ac:spMk id="3" creationId="{81B77B5A-E71E-1D77-0A59-B83FF051CBAE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21E80F-2DD4-C6D7-A575-40A3997C9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B8EF371-6FE8-DECA-B7A9-CAE9BEAD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35BFAB9-77D7-66BE-7776-2EF672C5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3392B-D698-4558-90B9-EDB9928DD21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B058BEA-904F-EB3F-1DD6-090EDB45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5B0B41E-E51D-7FF6-3A50-81061539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9A99-46F4-446A-9D9F-52B718616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292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BDB25A-7109-6F0C-BAE8-A7565668A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D067E1-1681-C5DC-0C63-5C3B310EC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3E39DC8-137B-9B43-CAF5-2434D9899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3392B-D698-4558-90B9-EDB9928DD21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841365D-4C09-1732-CB51-836DF787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761ECA4-0909-CFC3-3973-2CFB5410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9A99-46F4-446A-9D9F-52B718616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36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85B6B4-EAD5-D553-5C88-8CEE99CED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E9927E-1CC5-F7FF-0388-F15AAD3AC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E9043C4-2E94-E7CD-CFD4-D3E4B71A8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3392B-D698-4558-90B9-EDB9928DD21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B6FA442-2A0C-BE81-A936-BBD1E9AB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4119A9-685A-8C2A-10B8-FDB63799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9A99-46F4-446A-9D9F-52B718616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134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7A449C-FD46-AA77-1BF5-FA2704085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6A57C2-A784-D8C5-657C-55D3133F3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933984D-7451-D49B-7496-DA51D276C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DDD7754-FA86-C8BD-876A-20812BF97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3392B-D698-4558-90B9-EDB9928DD21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22AAB84-F696-6833-C234-151788DD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A8825DA-046C-7D92-BF39-5C7CC1E0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9A99-46F4-446A-9D9F-52B718616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596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C6D1C4-EB8D-13C5-B642-5003B794E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6C646D6-6341-38E0-BC3F-90E36A83F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911DC8E-CF75-58AE-E7DC-0CFF43809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3C76088-D554-DA0F-6D07-000B659B4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F8C64D1-F11E-E4F8-D911-319692E276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5AF098E-990A-6253-7704-1AE0F923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3392B-D698-4558-90B9-EDB9928DD21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B5E3241-3319-91AB-30D4-A18281201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FC84034-A2FF-F04F-341B-68EC1CC2A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9A99-46F4-446A-9D9F-52B718616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451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25E985-CEDC-0AF3-C057-FD66DB22C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CB52A3B-416D-7779-A370-EF84B8C3C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3392B-D698-4558-90B9-EDB9928DD21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6A2FF92-A44D-58FB-85B5-3F0AED6D2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0F26914-BF17-21F9-0D18-A8887977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9A99-46F4-446A-9D9F-52B718616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231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DD631F-A8D5-98F6-7D8E-759B241B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3392B-D698-4558-90B9-EDB9928DD21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F1B7159-994D-9D6D-16C7-62AECD46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83E867B-A90D-E906-C5C5-FC52A45D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9A99-46F4-446A-9D9F-52B718616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3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B36665-53E2-01B4-451C-10212081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D31B6F-56D3-0B4D-CD68-FFBB6A444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8047020-DB70-5422-F7B2-7CF1806E9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ECEE3A9-F24F-AE01-A2D9-E6F513689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3392B-D698-4558-90B9-EDB9928DD21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E74E23A-A366-EB0C-DD1B-1B9D8666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488116C-16B5-A815-4E21-5DAEFE512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9A99-46F4-446A-9D9F-52B718616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27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016C85-7060-5256-ED45-2482DB0EA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6CD679F-995B-5B71-9D12-8C0A3EB08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B572A64-0F1C-7064-DBE7-3604BEF8E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7CA211A-6E55-4FA1-CE2B-544460CF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3392B-D698-4558-90B9-EDB9928DD21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188B568-3544-583F-E056-D6FB48C5A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3409EE3-5061-821A-C188-51542C0B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9A99-46F4-446A-9D9F-52B718616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701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9BE3EE-6F2E-869E-B651-9F223C64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1190D40-1119-22EC-F6BD-CD8570808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82EFF-7972-9508-9D15-A03E3FA09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3392B-D698-4558-90B9-EDB9928DD21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0AC5BA7-EFCE-9868-7CE9-E2F6C7DCF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A335693-3E28-A6D7-6BCC-0E047E7E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9A99-46F4-446A-9D9F-52B718616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29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28A7CDD-54C6-3C0F-CE64-24675FDEC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2CB6E2B-27AB-6934-EE06-1CE62EAF6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DB7FB9D-7866-E4B7-B8BB-55956911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3392B-D698-4558-90B9-EDB9928DD21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0E4ABA1-B223-5943-D332-D2575B57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E0057C-783F-FEAE-E19C-4AD92BE6F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9A99-46F4-446A-9D9F-52B718616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02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A71F771-AC12-6301-F85E-E9391699D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A6672B-7822-A67F-0C5F-AA7F5C3E0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9EEF698-179C-072D-87DF-E4DC586F4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3392B-D698-4558-90B9-EDB9928DD213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919992F-40F2-B2CC-E2F1-F1C6EA3C5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4532E6D-04E2-47D5-D2DD-C7CD6F892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B9A99-46F4-446A-9D9F-52B718616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591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6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7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8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74612E-C17E-CCAC-14FD-CE2302421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DD5A75-2100-4839-49E3-59791E72E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03A6D524-7245-7C53-A2F4-3DACA187D2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722855"/>
              </p:ext>
            </p:extLst>
          </p:nvPr>
        </p:nvGraphicFramePr>
        <p:xfrm>
          <a:off x="736333" y="399137"/>
          <a:ext cx="10515600" cy="4615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Bitmap Image" r:id="rId3" imgW="5505480" imgH="3295800" progId="PBrush">
                  <p:embed/>
                </p:oleObj>
              </mc:Choice>
              <mc:Fallback>
                <p:oleObj name="Bitmap Image" r:id="rId3" imgW="5505480" imgH="329580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xmlns="" id="{03A6D524-7245-7C53-A2F4-3DACA187D2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6333" y="399137"/>
                        <a:ext cx="10515600" cy="46156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xmlns="" id="{9F0A5631-CC8C-7195-5E86-523FDA9D47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03568"/>
              </p:ext>
            </p:extLst>
          </p:nvPr>
        </p:nvGraphicFramePr>
        <p:xfrm>
          <a:off x="1062790" y="4417995"/>
          <a:ext cx="5269531" cy="1039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Bitmap Image" r:id="rId5" imgW="1581120" imgH="152280" progId="PBrush">
                  <p:embed/>
                </p:oleObj>
              </mc:Choice>
              <mc:Fallback>
                <p:oleObj name="Bitmap Image" r:id="rId5" imgW="1581120" imgH="152280" progId="PBrush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xmlns="" id="{9F0A5631-CC8C-7195-5E86-523FDA9D4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2790" y="4417995"/>
                        <a:ext cx="5269531" cy="10395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xmlns="" id="{C70666E2-D554-1902-DCA5-09064D8390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489257"/>
              </p:ext>
            </p:extLst>
          </p:nvPr>
        </p:nvGraphicFramePr>
        <p:xfrm>
          <a:off x="6658944" y="5149699"/>
          <a:ext cx="4470266" cy="931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Bitmap Image" r:id="rId7" imgW="1650960" imgH="152280" progId="PBrush">
                  <p:embed/>
                </p:oleObj>
              </mc:Choice>
              <mc:Fallback>
                <p:oleObj name="Bitmap Image" r:id="rId7" imgW="1650960" imgH="152280" progId="PBrus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xmlns="" id="{C70666E2-D554-1902-DCA5-09064D8390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58944" y="5149699"/>
                        <a:ext cx="4470266" cy="931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186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B77B5A-E71E-1D77-0A59-B83FF051C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834029"/>
            <a:ext cx="10515600" cy="4351338"/>
          </a:xfrm>
        </p:spPr>
        <p:txBody>
          <a:bodyPr>
            <a:normAutofit/>
          </a:bodyPr>
          <a:lstStyle/>
          <a:p>
            <a:r>
              <a:rPr lang="en-IN" sz="4400" dirty="0"/>
              <a:t>PBP=Initial Investment /Annual Cash Inflows</a:t>
            </a:r>
          </a:p>
        </p:txBody>
      </p:sp>
    </p:spTree>
    <p:extLst>
      <p:ext uri="{BB962C8B-B14F-4D97-AF65-F5344CB8AC3E}">
        <p14:creationId xmlns:p14="http://schemas.microsoft.com/office/powerpoint/2010/main" val="588948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1D734D-DEF6-490F-D13B-5E4C98E4C5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C4B926F3-7323-D7DE-056C-4751531249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02607"/>
              </p:ext>
            </p:extLst>
          </p:nvPr>
        </p:nvGraphicFramePr>
        <p:xfrm>
          <a:off x="206375" y="846034"/>
          <a:ext cx="11817350" cy="4230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Bitmap Image" r:id="rId3" imgW="7658280" imgH="1912680" progId="Paint.Picture">
                  <p:embed/>
                </p:oleObj>
              </mc:Choice>
              <mc:Fallback>
                <p:oleObj name="Bitmap Image" r:id="rId3" imgW="7658280" imgH="1912680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xmlns="" id="{C4B926F3-7323-D7DE-056C-4751531249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375" y="846034"/>
                        <a:ext cx="11817350" cy="42301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9297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7705" y="1363091"/>
            <a:ext cx="9267825" cy="2695575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2F6D7941-D4D5-AAE7-7E12-F6D6E73D43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702964"/>
              </p:ext>
            </p:extLst>
          </p:nvPr>
        </p:nvGraphicFramePr>
        <p:xfrm>
          <a:off x="752742" y="4734371"/>
          <a:ext cx="10515600" cy="1157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Bitmap Image" r:id="rId4" imgW="6216480" imgH="1003320" progId="PBrush">
                  <p:embed/>
                </p:oleObj>
              </mc:Choice>
              <mc:Fallback>
                <p:oleObj name="Bitmap Image" r:id="rId4" imgW="6216480" imgH="100332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xmlns="" id="{2F6D7941-D4D5-AAE7-7E12-F6D6E73D43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2742" y="4734371"/>
                        <a:ext cx="10515600" cy="1157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5960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40CE44-6C7D-FC50-0669-76EB1849E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9C8173-FA9E-BE78-0275-3501B441F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2B68A732-694E-5A05-A639-B8DFF573C6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249759"/>
              </p:ext>
            </p:extLst>
          </p:nvPr>
        </p:nvGraphicFramePr>
        <p:xfrm>
          <a:off x="712269" y="365125"/>
          <a:ext cx="10712918" cy="612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Bitmap Image" r:id="rId3" imgW="8032680" imgH="4591080" progId="PBrush">
                  <p:embed/>
                </p:oleObj>
              </mc:Choice>
              <mc:Fallback>
                <p:oleObj name="Bitmap Image" r:id="rId3" imgW="8032680" imgH="459108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xmlns="" id="{2B68A732-694E-5A05-A639-B8DFF573C6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2269" y="365125"/>
                        <a:ext cx="10712918" cy="6127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5694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9B9181-934B-5D43-BEA4-6921D115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711F077-B8CF-376C-40FC-D6A290502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42AD8FC7-6763-DD72-9C4C-32B7BF0ED9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853607"/>
              </p:ext>
            </p:extLst>
          </p:nvPr>
        </p:nvGraphicFramePr>
        <p:xfrm>
          <a:off x="596766" y="481263"/>
          <a:ext cx="10674417" cy="5804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Bitmap Image" r:id="rId3" imgW="7765920" imgH="3803760" progId="PBrush">
                  <p:embed/>
                </p:oleObj>
              </mc:Choice>
              <mc:Fallback>
                <p:oleObj name="Bitmap Image" r:id="rId3" imgW="7765920" imgH="380376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xmlns="" id="{42AD8FC7-6763-DD72-9C4C-32B7BF0ED9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6766" y="481263"/>
                        <a:ext cx="10674417" cy="58040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6126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70AA71-9441-BD0B-764A-416C0B564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Calculation of PBP when Cash Flows are Uneven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9858" y="2418460"/>
            <a:ext cx="10545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PBP= lower year + </a:t>
            </a:r>
            <a:r>
              <a:rPr lang="en-US" sz="2400" u="sng" dirty="0" smtClean="0"/>
              <a:t>(Initial investment – Cumulative cash inflow of lower year)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en-US" sz="2400" dirty="0" smtClean="0"/>
              <a:t>				Cash inflow of Upper year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55532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EC8E88-A44B-CEA4-22B3-9BB4D2357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AA830A-0278-C3C9-5EC5-41459FDE9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C9B8B05D-DF19-9832-AC5F-24840A3BEB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762053"/>
              </p:ext>
            </p:extLst>
          </p:nvPr>
        </p:nvGraphicFramePr>
        <p:xfrm>
          <a:off x="625642" y="433137"/>
          <a:ext cx="10943924" cy="549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name="Bitmap Image" r:id="rId3" imgW="6762600" imgH="3613320" progId="PBrush">
                  <p:embed/>
                </p:oleObj>
              </mc:Choice>
              <mc:Fallback>
                <p:oleObj name="Bitmap Image" r:id="rId3" imgW="6762600" imgH="361332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xmlns="" id="{C9B8B05D-DF19-9832-AC5F-24840A3BEB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5642" y="433137"/>
                        <a:ext cx="10943924" cy="5496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0104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CA3E81-7D1C-8872-DFAB-AA8D2E015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A765986-CCA2-96CC-FB32-EB133D4FA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31354EE7-3652-E39F-8977-BCFCCB1FC4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7026253"/>
              </p:ext>
            </p:extLst>
          </p:nvPr>
        </p:nvGraphicFramePr>
        <p:xfrm>
          <a:off x="838200" y="365126"/>
          <a:ext cx="10442608" cy="612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" name="Bitmap Image" r:id="rId3" imgW="4464000" imgH="3664080" progId="PBrush">
                  <p:embed/>
                </p:oleObj>
              </mc:Choice>
              <mc:Fallback>
                <p:oleObj name="Bitmap Image" r:id="rId3" imgW="4464000" imgH="366408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xmlns="" id="{31354EE7-3652-E39F-8977-BCFCCB1FC4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365126"/>
                        <a:ext cx="10442608" cy="6127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3571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53001E37-2F7E-B1C6-E6A9-6B91861001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808794"/>
              </p:ext>
            </p:extLst>
          </p:nvPr>
        </p:nvGraphicFramePr>
        <p:xfrm>
          <a:off x="2637322" y="1401510"/>
          <a:ext cx="6469213" cy="2726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Bitmap Image" r:id="rId3" imgW="3460680" imgH="1060560" progId="PBrush">
                  <p:embed/>
                </p:oleObj>
              </mc:Choice>
              <mc:Fallback>
                <p:oleObj name="Bitmap Image" r:id="rId3" imgW="3460680" imgH="106056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xmlns="" id="{53001E37-2F7E-B1C6-E6A9-6B91861001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7322" y="1401510"/>
                        <a:ext cx="6469213" cy="27261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4FAC978-5C61-B563-D940-ED953FFF0836}"/>
              </a:ext>
            </a:extLst>
          </p:cNvPr>
          <p:cNvSpPr txBox="1"/>
          <p:nvPr/>
        </p:nvSpPr>
        <p:spPr>
          <a:xfrm>
            <a:off x="1751798" y="5447899"/>
            <a:ext cx="849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Conclusion- Investment in this is not desirable because It is taking more than 3 Years</a:t>
            </a:r>
          </a:p>
        </p:txBody>
      </p:sp>
    </p:spTree>
    <p:extLst>
      <p:ext uri="{BB962C8B-B14F-4D97-AF65-F5344CB8AC3E}">
        <p14:creationId xmlns:p14="http://schemas.microsoft.com/office/powerpoint/2010/main" val="1820689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C9C6E7-4550-1AAD-03C4-F87FBFB42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1AD2CE-686A-32A6-301D-B71A0D327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20A74789-4025-37DA-9F5A-E62CA73B2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496990"/>
              </p:ext>
            </p:extLst>
          </p:nvPr>
        </p:nvGraphicFramePr>
        <p:xfrm>
          <a:off x="838200" y="450850"/>
          <a:ext cx="10625488" cy="297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2" name="Bitmap Image" r:id="rId3" imgW="6686640" imgH="2978280" progId="PBrush">
                  <p:embed/>
                </p:oleObj>
              </mc:Choice>
              <mc:Fallback>
                <p:oleObj name="Bitmap Image" r:id="rId3" imgW="6686640" imgH="297828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xmlns="" id="{20A74789-4025-37DA-9F5A-E62CA73B29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450850"/>
                        <a:ext cx="10625488" cy="297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xmlns="" id="{DDE3C5A2-6F87-5886-B20A-5DE6874747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778539"/>
              </p:ext>
            </p:extLst>
          </p:nvPr>
        </p:nvGraphicFramePr>
        <p:xfrm>
          <a:off x="1318661" y="3404393"/>
          <a:ext cx="9240253" cy="1523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3" name="Bitmap Image" r:id="rId5" imgW="6578640" imgH="596880" progId="PBrush">
                  <p:embed/>
                </p:oleObj>
              </mc:Choice>
              <mc:Fallback>
                <p:oleObj name="Bitmap Image" r:id="rId5" imgW="6578640" imgH="596880" progId="PBrus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xmlns="" id="{DDE3C5A2-6F87-5886-B20A-5DE6874747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18661" y="3404393"/>
                        <a:ext cx="9240253" cy="15237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9545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807F6F-FD0E-B5AE-3ACC-AA002B3DA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A1A6F8-557E-2D42-3658-715CE94A3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D57F2CDC-00A9-CFA9-A204-9C586CA859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972559"/>
              </p:ext>
            </p:extLst>
          </p:nvPr>
        </p:nvGraphicFramePr>
        <p:xfrm>
          <a:off x="972151" y="580231"/>
          <a:ext cx="9490509" cy="3058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6" name="Bitmap Image" r:id="rId3" imgW="3638520" imgH="2355840" progId="PBrush">
                  <p:embed/>
                </p:oleObj>
              </mc:Choice>
              <mc:Fallback>
                <p:oleObj name="Bitmap Image" r:id="rId3" imgW="3638520" imgH="235584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xmlns="" id="{D57F2CDC-00A9-CFA9-A204-9C586CA859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2151" y="580231"/>
                        <a:ext cx="9490509" cy="3058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xmlns="" id="{93940942-292F-5FF4-12ED-44E448AF0E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886483"/>
              </p:ext>
            </p:extLst>
          </p:nvPr>
        </p:nvGraphicFramePr>
        <p:xfrm>
          <a:off x="2213810" y="3638347"/>
          <a:ext cx="6718433" cy="1886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7" name="Bitmap Image" r:id="rId5" imgW="2406600" imgH="590400" progId="PBrush">
                  <p:embed/>
                </p:oleObj>
              </mc:Choice>
              <mc:Fallback>
                <p:oleObj name="Bitmap Image" r:id="rId5" imgW="2406600" imgH="590400" progId="PBrush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xmlns="" id="{93940942-292F-5FF4-12ED-44E448AF0E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13810" y="3638347"/>
                        <a:ext cx="6718433" cy="18865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842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D3CE55-5B0E-CF26-36CF-203304E22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F23DD2-EDFE-86D7-1BFA-9BCDEE5A3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D6BEAF36-9A24-459D-FA28-0719AEB0DD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793459"/>
              </p:ext>
            </p:extLst>
          </p:nvPr>
        </p:nvGraphicFramePr>
        <p:xfrm>
          <a:off x="838200" y="365125"/>
          <a:ext cx="10515600" cy="581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Bitmap Image" r:id="rId3" imgW="7893000" imgH="4756320" progId="PBrush">
                  <p:embed/>
                </p:oleObj>
              </mc:Choice>
              <mc:Fallback>
                <p:oleObj name="Bitmap Image" r:id="rId3" imgW="7893000" imgH="475632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xmlns="" id="{D6BEAF36-9A24-459D-FA28-0719AEB0DD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365125"/>
                        <a:ext cx="10515600" cy="5811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210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3AFD5F-90A4-5EE0-3148-E10257210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6" y="2454442"/>
            <a:ext cx="10433785" cy="1588169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/>
            </a:r>
            <a:br>
              <a:rPr lang="en-IN" sz="3600" b="1" dirty="0"/>
            </a:br>
            <a:r>
              <a:rPr lang="en-IN" sz="3600" b="1" dirty="0"/>
              <a:t/>
            </a:r>
            <a:br>
              <a:rPr lang="en-IN" sz="3600" b="1" dirty="0"/>
            </a:br>
            <a:r>
              <a:rPr lang="en-IN" sz="3600" b="1" dirty="0"/>
              <a:t/>
            </a:r>
            <a:br>
              <a:rPr lang="en-IN" sz="3600" b="1" dirty="0"/>
            </a:br>
            <a:r>
              <a:rPr lang="en-IN" sz="3600" b="1" dirty="0"/>
              <a:t/>
            </a:r>
            <a:br>
              <a:rPr lang="en-IN" sz="3600" b="1" dirty="0"/>
            </a:br>
            <a:r>
              <a:rPr lang="en-IN" sz="3600" b="1" dirty="0"/>
              <a:t/>
            </a:r>
            <a:br>
              <a:rPr lang="en-IN" sz="3600" b="1" dirty="0"/>
            </a:br>
            <a:r>
              <a:rPr lang="en-IN" sz="3600" b="1" dirty="0"/>
              <a:t>Prob</a:t>
            </a:r>
            <a:r>
              <a:rPr lang="en-IN" sz="3600" dirty="0"/>
              <a:t>- A Project costing Rs 50,00,000.Yearly profit Rs 10,00,000 after charging Depreciation @10% But before Taxes @50%. Calculate PBP</a:t>
            </a:r>
            <a:br>
              <a:rPr lang="en-IN" sz="3600" dirty="0"/>
            </a:br>
            <a:r>
              <a:rPr lang="en-IN" sz="3600" dirty="0"/>
              <a:t/>
            </a:r>
            <a:br>
              <a:rPr lang="en-IN" sz="3600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6184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9480"/>
            <a:ext cx="10515600" cy="5527483"/>
          </a:xfrm>
        </p:spPr>
        <p:txBody>
          <a:bodyPr>
            <a:normAutofit/>
          </a:bodyPr>
          <a:lstStyle/>
          <a:p>
            <a:r>
              <a:rPr lang="en-IN" dirty="0"/>
              <a:t>Solution – PBT :10,00,000</a:t>
            </a:r>
            <a:br>
              <a:rPr lang="en-IN" dirty="0"/>
            </a:br>
            <a:r>
              <a:rPr lang="en-IN" dirty="0"/>
              <a:t>             (-)  TAX :5,00,000</a:t>
            </a:r>
            <a:br>
              <a:rPr lang="en-IN" dirty="0"/>
            </a:br>
            <a:r>
              <a:rPr lang="en-IN" dirty="0"/>
              <a:t>                 ________________</a:t>
            </a:r>
            <a:br>
              <a:rPr lang="en-IN" dirty="0"/>
            </a:br>
            <a:r>
              <a:rPr lang="en-IN" dirty="0"/>
              <a:t>                    PAT :5,00,000</a:t>
            </a:r>
            <a:br>
              <a:rPr lang="en-IN" dirty="0"/>
            </a:br>
            <a:r>
              <a:rPr lang="en-IN" dirty="0"/>
              <a:t>               (+) DEP:5,00,000</a:t>
            </a:r>
            <a:br>
              <a:rPr lang="en-IN" dirty="0"/>
            </a:br>
            <a:r>
              <a:rPr lang="en-IN" dirty="0"/>
              <a:t>                     _______________</a:t>
            </a:r>
            <a:br>
              <a:rPr lang="en-IN" dirty="0"/>
            </a:br>
            <a:r>
              <a:rPr lang="en-IN" dirty="0"/>
              <a:t>          Cash Inflow:10,00,000</a:t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PBP=Initial </a:t>
            </a:r>
            <a:r>
              <a:rPr lang="en-IN" dirty="0" err="1"/>
              <a:t>Inv</a:t>
            </a:r>
            <a:r>
              <a:rPr lang="en-IN" dirty="0"/>
              <a:t>/Cash Inflow</a:t>
            </a:r>
            <a:br>
              <a:rPr lang="en-IN" dirty="0"/>
            </a:br>
            <a:r>
              <a:rPr lang="en-IN" dirty="0"/>
              <a:t>50,00,000/10,00,000=5Years</a:t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0830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project requires an initial investment of $25,000. The profit after tax for the next 4 years is as follows:</a:t>
            </a:r>
          </a:p>
          <a:p>
            <a:r>
              <a:rPr lang="en-US" dirty="0"/>
              <a:t>Year 1: $6,000</a:t>
            </a:r>
          </a:p>
          <a:p>
            <a:r>
              <a:rPr lang="en-US" dirty="0"/>
              <a:t>Year 2: $8,000</a:t>
            </a:r>
          </a:p>
          <a:p>
            <a:r>
              <a:rPr lang="en-US" dirty="0"/>
              <a:t>Year 3: $9,000</a:t>
            </a:r>
          </a:p>
          <a:p>
            <a:r>
              <a:rPr lang="en-US" dirty="0"/>
              <a:t>Year 4: $</a:t>
            </a:r>
            <a:r>
              <a:rPr lang="en-US" dirty="0" smtClean="0"/>
              <a:t>4,000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What </a:t>
            </a:r>
            <a:r>
              <a:rPr lang="en-US" dirty="0"/>
              <a:t>is the payback period for this investment?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2542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BC7AD9D5-E6E9-B6F8-73AB-0ACBA75C63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704198"/>
              </p:ext>
            </p:extLst>
          </p:nvPr>
        </p:nvGraphicFramePr>
        <p:xfrm>
          <a:off x="306388" y="801689"/>
          <a:ext cx="10769600" cy="4026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Bitmap Image" r:id="rId3" imgW="8458200" imgH="3695760" progId="Paint.Picture">
                  <p:embed/>
                </p:oleObj>
              </mc:Choice>
              <mc:Fallback>
                <p:oleObj name="Bitmap Image" r:id="rId3" imgW="8458200" imgH="3695760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xmlns="" id="{BC7AD9D5-E6E9-B6F8-73AB-0ACBA75C6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6388" y="801689"/>
                        <a:ext cx="10769600" cy="40266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95656" y="4683095"/>
            <a:ext cx="1098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Higher the ARR, better is the profitability.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2435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1546BC-A505-76C0-883C-333538623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693" y="41071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Problem</a:t>
            </a:r>
            <a:r>
              <a:rPr lang="en-IN" dirty="0"/>
              <a:t>- Calculate ARR</a:t>
            </a:r>
          </a:p>
          <a:p>
            <a:r>
              <a:rPr lang="en-IN" dirty="0"/>
              <a:t>Investment Rs 40,000</a:t>
            </a:r>
          </a:p>
          <a:p>
            <a:r>
              <a:rPr lang="en-IN" dirty="0"/>
              <a:t>Expected Life 4 Years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E3B6160B-4682-7E66-6950-3B8C880F9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159251"/>
              </p:ext>
            </p:extLst>
          </p:nvPr>
        </p:nvGraphicFramePr>
        <p:xfrm>
          <a:off x="1310105" y="2316480"/>
          <a:ext cx="541866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xmlns="" val="147286141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xmlns="" val="3380583316"/>
                    </a:ext>
                  </a:extLst>
                </a:gridCol>
              </a:tblGrid>
              <a:tr h="282787"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Net</a:t>
                      </a:r>
                      <a:r>
                        <a:rPr lang="en-US" baseline="0" dirty="0" smtClean="0"/>
                        <a:t> Profits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148153"/>
                  </a:ext>
                </a:extLst>
              </a:tr>
              <a:tr h="282787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41739230"/>
                  </a:ext>
                </a:extLst>
              </a:tr>
              <a:tr h="35435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69679751"/>
                  </a:ext>
                </a:extLst>
              </a:tr>
              <a:tr h="282787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3477950"/>
                  </a:ext>
                </a:extLst>
              </a:tr>
              <a:tr h="282787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82579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557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6A0E57-5D52-C9E6-DCA7-0C37E7CE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809A560-E3C1-9700-63F5-93101765A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Formula =</a:t>
            </a:r>
            <a:r>
              <a:rPr lang="en-IN" dirty="0" err="1"/>
              <a:t>Avg</a:t>
            </a:r>
            <a:r>
              <a:rPr lang="en-IN" dirty="0"/>
              <a:t> Annual profits after Taxes /</a:t>
            </a:r>
            <a:r>
              <a:rPr lang="en-IN" dirty="0" err="1"/>
              <a:t>Avg</a:t>
            </a:r>
            <a:r>
              <a:rPr lang="en-IN" dirty="0"/>
              <a:t> Investment *100</a:t>
            </a:r>
          </a:p>
          <a:p>
            <a:r>
              <a:rPr lang="en-IN" dirty="0" err="1"/>
              <a:t>Avg</a:t>
            </a:r>
            <a:r>
              <a:rPr lang="en-IN" dirty="0"/>
              <a:t> Annual profits after Taxes=  30000/4=7500</a:t>
            </a:r>
          </a:p>
          <a:p>
            <a:r>
              <a:rPr lang="en-IN" dirty="0" err="1"/>
              <a:t>Avg</a:t>
            </a:r>
            <a:r>
              <a:rPr lang="en-IN" dirty="0"/>
              <a:t> Investment=40000/2=20000</a:t>
            </a:r>
          </a:p>
          <a:p>
            <a:r>
              <a:rPr lang="en-IN" dirty="0"/>
              <a:t>ARR=7500/20000*100 </a:t>
            </a:r>
          </a:p>
          <a:p>
            <a:r>
              <a:rPr lang="en-IN" dirty="0"/>
              <a:t>=37.5%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0552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1AC448-B797-E485-517A-2F8CFE626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E43EC7-6B30-6F5B-CE3B-EBFDCE0FA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Calculate ARR for project A &amp; B</a:t>
            </a:r>
          </a:p>
          <a:p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xmlns="" id="{1EA282CF-3E5A-4CCA-2B43-F852C78AC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165774"/>
              </p:ext>
            </p:extLst>
          </p:nvPr>
        </p:nvGraphicFramePr>
        <p:xfrm>
          <a:off x="1488707" y="2636162"/>
          <a:ext cx="8132277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0759">
                  <a:extLst>
                    <a:ext uri="{9D8B030D-6E8A-4147-A177-3AD203B41FA5}">
                      <a16:colId xmlns:a16="http://schemas.microsoft.com/office/drawing/2014/main" xmlns="" val="3860010873"/>
                    </a:ext>
                  </a:extLst>
                </a:gridCol>
                <a:gridCol w="2710759">
                  <a:extLst>
                    <a:ext uri="{9D8B030D-6E8A-4147-A177-3AD203B41FA5}">
                      <a16:colId xmlns:a16="http://schemas.microsoft.com/office/drawing/2014/main" xmlns="" val="945410020"/>
                    </a:ext>
                  </a:extLst>
                </a:gridCol>
                <a:gridCol w="2710759">
                  <a:extLst>
                    <a:ext uri="{9D8B030D-6E8A-4147-A177-3AD203B41FA5}">
                      <a16:colId xmlns:a16="http://schemas.microsoft.com/office/drawing/2014/main" xmlns="" val="18662267"/>
                    </a:ext>
                  </a:extLst>
                </a:gridCol>
              </a:tblGrid>
              <a:tr h="355374"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Project 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Project -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908515"/>
                  </a:ext>
                </a:extLst>
              </a:tr>
              <a:tr h="621905">
                <a:tc>
                  <a:txBody>
                    <a:bodyPr/>
                    <a:lstStyle/>
                    <a:p>
                      <a:r>
                        <a:rPr lang="en-IN" dirty="0"/>
                        <a:t>Initial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30000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48000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60129497"/>
                  </a:ext>
                </a:extLst>
              </a:tr>
              <a:tr h="360310">
                <a:tc>
                  <a:txBody>
                    <a:bodyPr/>
                    <a:lstStyle/>
                    <a:p>
                      <a:r>
                        <a:rPr lang="en-IN"/>
                        <a:t>Expected Life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6 Years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77304154"/>
                  </a:ext>
                </a:extLst>
              </a:tr>
              <a:tr h="360310"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43059386"/>
                  </a:ext>
                </a:extLst>
              </a:tr>
              <a:tr h="360310"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10005661"/>
                  </a:ext>
                </a:extLst>
              </a:tr>
              <a:tr h="360310"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10044132"/>
                  </a:ext>
                </a:extLst>
              </a:tr>
              <a:tr h="621905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</a:t>
                      </a:r>
                    </a:p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</a:t>
                      </a:r>
                    </a:p>
                    <a:p>
                      <a:r>
                        <a:rPr lang="en-IN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1547531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2D53C12F-5BA9-D269-7F37-95CA5E8C9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260013"/>
              </p:ext>
            </p:extLst>
          </p:nvPr>
        </p:nvGraphicFramePr>
        <p:xfrm>
          <a:off x="1478011" y="5111015"/>
          <a:ext cx="8142973" cy="365760"/>
        </p:xfrm>
        <a:graphic>
          <a:graphicData uri="http://schemas.openxmlformats.org/drawingml/2006/table">
            <a:tbl>
              <a:tblPr/>
              <a:tblGrid>
                <a:gridCol w="8142973">
                  <a:extLst>
                    <a:ext uri="{9D8B030D-6E8A-4147-A177-3AD203B41FA5}">
                      <a16:colId xmlns:a16="http://schemas.microsoft.com/office/drawing/2014/main" xmlns="" val="200033794"/>
                    </a:ext>
                  </a:extLst>
                </a:gridCol>
              </a:tblGrid>
              <a:tr h="3272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68774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697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3438C0-007B-4EFC-9741-FF343FC08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883"/>
            <a:ext cx="10515600" cy="516669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Problem: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A project requires an investment of Rs 5,00,000 and has scrap value of Rs 20,000 after 5 Years. It is expected to yield profit After Depreciation and taxes, During the 5 years amounting to.</a:t>
            </a:r>
          </a:p>
          <a:p>
            <a:r>
              <a:rPr lang="en-IN" dirty="0"/>
              <a:t>Calculate ARR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3801654E-C8FC-07A0-6F77-E7DBC914B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413553"/>
              </p:ext>
            </p:extLst>
          </p:nvPr>
        </p:nvGraphicFramePr>
        <p:xfrm>
          <a:off x="2021305" y="2743198"/>
          <a:ext cx="49142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116">
                  <a:extLst>
                    <a:ext uri="{9D8B030D-6E8A-4147-A177-3AD203B41FA5}">
                      <a16:colId xmlns:a16="http://schemas.microsoft.com/office/drawing/2014/main" xmlns="" val="318189893"/>
                    </a:ext>
                  </a:extLst>
                </a:gridCol>
                <a:gridCol w="2457116">
                  <a:extLst>
                    <a:ext uri="{9D8B030D-6E8A-4147-A177-3AD203B41FA5}">
                      <a16:colId xmlns:a16="http://schemas.microsoft.com/office/drawing/2014/main" xmlns="" val="925858045"/>
                    </a:ext>
                  </a:extLst>
                </a:gridCol>
              </a:tblGrid>
              <a:tr h="327304"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73283122"/>
                  </a:ext>
                </a:extLst>
              </a:tr>
              <a:tr h="327304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09018705"/>
                  </a:ext>
                </a:extLst>
              </a:tr>
              <a:tr h="327304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46436590"/>
                  </a:ext>
                </a:extLst>
              </a:tr>
              <a:tr h="327304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08318372"/>
                  </a:ext>
                </a:extLst>
              </a:tr>
              <a:tr h="327304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5029435"/>
                  </a:ext>
                </a:extLst>
              </a:tr>
              <a:tr h="327304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5683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1734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43E7170E-032C-5710-5864-06EDD010D4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235382"/>
              </p:ext>
            </p:extLst>
          </p:nvPr>
        </p:nvGraphicFramePr>
        <p:xfrm>
          <a:off x="153824" y="1495425"/>
          <a:ext cx="11969914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8" name="Bitmap Image" r:id="rId3" imgW="8915400" imgH="792360" progId="Paint.Picture">
                  <p:embed/>
                </p:oleObj>
              </mc:Choice>
              <mc:Fallback>
                <p:oleObj name="Bitmap Image" r:id="rId3" imgW="8915400" imgH="792360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xmlns="" id="{43E7170E-032C-5710-5864-06EDD010D4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3824" y="1495425"/>
                        <a:ext cx="11969914" cy="1087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2A72265-032B-6DFB-5616-35B6E3D47A21}"/>
              </a:ext>
            </a:extLst>
          </p:cNvPr>
          <p:cNvSpPr txBox="1"/>
          <p:nvPr/>
        </p:nvSpPr>
        <p:spPr>
          <a:xfrm>
            <a:off x="838200" y="2732523"/>
            <a:ext cx="104329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AVG INVESTMENT =(500,000-20000/2)+20000</a:t>
            </a:r>
          </a:p>
          <a:p>
            <a:r>
              <a:rPr lang="en-IN" sz="3600" dirty="0"/>
              <a:t>=4.80,000/2)+20000</a:t>
            </a:r>
          </a:p>
          <a:p>
            <a:r>
              <a:rPr lang="en-IN" sz="3600" dirty="0"/>
              <a:t>=2,40,000+20000</a:t>
            </a:r>
          </a:p>
          <a:p>
            <a:r>
              <a:rPr lang="en-IN" sz="3600" dirty="0"/>
              <a:t>=2,60,000</a:t>
            </a:r>
          </a:p>
          <a:p>
            <a:r>
              <a:rPr lang="en-IN" sz="3600" dirty="0"/>
              <a:t>ARR=(</a:t>
            </a:r>
            <a:r>
              <a:rPr lang="en-IN" sz="3600" dirty="0" err="1"/>
              <a:t>Avg</a:t>
            </a:r>
            <a:r>
              <a:rPr lang="en-IN" sz="3600" dirty="0"/>
              <a:t> Earnings /</a:t>
            </a:r>
            <a:r>
              <a:rPr lang="en-IN" sz="3600" dirty="0" err="1"/>
              <a:t>Avg</a:t>
            </a:r>
            <a:r>
              <a:rPr lang="en-IN" sz="3600" dirty="0"/>
              <a:t> Investment)*100</a:t>
            </a:r>
          </a:p>
          <a:p>
            <a:r>
              <a:rPr lang="en-IN" sz="3600" dirty="0"/>
              <a:t>(48000/2,60,000)*100</a:t>
            </a:r>
          </a:p>
          <a:p>
            <a:r>
              <a:rPr lang="en-IN" sz="3600" dirty="0"/>
              <a:t>18.46%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5477" y="700755"/>
            <a:ext cx="7366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Total = 2,40,000</a:t>
            </a:r>
          </a:p>
          <a:p>
            <a:r>
              <a:rPr lang="en-IN" dirty="0"/>
              <a:t>Average Earnings = 2,40,000/5= 48,000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004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3438C0-007B-4EFC-9741-FF343FC08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882"/>
            <a:ext cx="10515600" cy="647420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Problem: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CNC Machines 1&amp;2</a:t>
            </a:r>
          </a:p>
          <a:p>
            <a:pPr marL="0" indent="0">
              <a:buNone/>
            </a:pPr>
            <a:r>
              <a:rPr lang="en-US" dirty="0"/>
              <a:t>Cost					3,00,000 each</a:t>
            </a:r>
          </a:p>
          <a:p>
            <a:pPr marL="0" indent="0">
              <a:buNone/>
            </a:pPr>
            <a:r>
              <a:rPr lang="en-US" dirty="0"/>
              <a:t>Estimated Scrap			60,000 each</a:t>
            </a:r>
          </a:p>
          <a:p>
            <a:pPr marL="0" indent="0">
              <a:buNone/>
            </a:pPr>
            <a:r>
              <a:rPr lang="en-US" dirty="0"/>
              <a:t>Estimated Life			3yrs each</a:t>
            </a:r>
          </a:p>
          <a:p>
            <a:pPr marL="0" indent="0">
              <a:buNone/>
            </a:pPr>
            <a:r>
              <a:rPr lang="en-US" dirty="0"/>
              <a:t>Income tax rate			50%</a:t>
            </a:r>
          </a:p>
          <a:p>
            <a:pPr marL="0" indent="0">
              <a:buNone/>
            </a:pPr>
            <a:r>
              <a:rPr lang="en-US" dirty="0"/>
              <a:t>Add. working capital Required	2,50,000 for each machine.		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The estimated cash inflows after taxes for each machine are given below.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3801654E-C8FC-07A0-6F77-E7DBC914B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974093"/>
              </p:ext>
            </p:extLst>
          </p:nvPr>
        </p:nvGraphicFramePr>
        <p:xfrm>
          <a:off x="953081" y="4700185"/>
          <a:ext cx="4934973" cy="1865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991">
                  <a:extLst>
                    <a:ext uri="{9D8B030D-6E8A-4147-A177-3AD203B41FA5}">
                      <a16:colId xmlns:a16="http://schemas.microsoft.com/office/drawing/2014/main" xmlns="" val="318189893"/>
                    </a:ext>
                  </a:extLst>
                </a:gridCol>
                <a:gridCol w="1644991">
                  <a:extLst>
                    <a:ext uri="{9D8B030D-6E8A-4147-A177-3AD203B41FA5}">
                      <a16:colId xmlns:a16="http://schemas.microsoft.com/office/drawing/2014/main" xmlns="" val="925858045"/>
                    </a:ext>
                  </a:extLst>
                </a:gridCol>
                <a:gridCol w="16449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3167"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CNC</a:t>
                      </a:r>
                      <a:r>
                        <a:rPr lang="en-IN" baseline="0" dirty="0"/>
                        <a:t> Machine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CNC Machine 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73283122"/>
                  </a:ext>
                </a:extLst>
              </a:tr>
              <a:tr h="373167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1,50,000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2,00,000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09018705"/>
                  </a:ext>
                </a:extLst>
              </a:tr>
              <a:tr h="373167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3,00,000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3,00,000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46436590"/>
                  </a:ext>
                </a:extLst>
              </a:tr>
              <a:tr h="373167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1,50,000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2,50,000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08318372"/>
                  </a:ext>
                </a:extLst>
              </a:tr>
              <a:tr h="373167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     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1,50,000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5029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747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1835</TotalTime>
  <Words>276</Words>
  <Application>Microsoft Office PowerPoint</Application>
  <PresentationFormat>Widescreen</PresentationFormat>
  <Paragraphs>107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Calculation of PBP when Cash Flows are Uneven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Prob- A Project costing Rs 50,00,000.Yearly profit Rs 10,00,000 after charging Depreciation @10% But before Taxes @50%. Calculate PBP    </vt:lpstr>
      <vt:lpstr>PowerPoint Presentation</vt:lpstr>
      <vt:lpstr>PowerPoint Presentation</vt:lpstr>
      <vt:lpstr>PowerPoint Presentation</vt:lpstr>
      <vt:lpstr>PowerPoint Presentation</vt:lpstr>
      <vt:lpstr>Solution</vt:lpstr>
      <vt:lpstr>Problem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Ravikumar Chintakindi</dc:creator>
  <cp:lastModifiedBy>DELL</cp:lastModifiedBy>
  <cp:revision>31</cp:revision>
  <dcterms:created xsi:type="dcterms:W3CDTF">2022-09-21T05:33:13Z</dcterms:created>
  <dcterms:modified xsi:type="dcterms:W3CDTF">2026-02-20T05:15:16Z</dcterms:modified>
</cp:coreProperties>
</file>