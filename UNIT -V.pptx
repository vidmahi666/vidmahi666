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2" r:id="rId4"/>
    <p:sldId id="258" r:id="rId5"/>
    <p:sldId id="273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E82F-7D2C-48E2-9A21-5EA63E75CD0A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8EA1F-1298-416A-9F50-1E2C2A722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234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E82F-7D2C-48E2-9A21-5EA63E75CD0A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8EA1F-1298-416A-9F50-1E2C2A722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300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E82F-7D2C-48E2-9A21-5EA63E75CD0A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8EA1F-1298-416A-9F50-1E2C2A722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872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E82F-7D2C-48E2-9A21-5EA63E75CD0A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8EA1F-1298-416A-9F50-1E2C2A722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431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E82F-7D2C-48E2-9A21-5EA63E75CD0A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8EA1F-1298-416A-9F50-1E2C2A722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28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E82F-7D2C-48E2-9A21-5EA63E75CD0A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8EA1F-1298-416A-9F50-1E2C2A722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119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E82F-7D2C-48E2-9A21-5EA63E75CD0A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8EA1F-1298-416A-9F50-1E2C2A722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9316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E82F-7D2C-48E2-9A21-5EA63E75CD0A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8EA1F-1298-416A-9F50-1E2C2A722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361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E82F-7D2C-48E2-9A21-5EA63E75CD0A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8EA1F-1298-416A-9F50-1E2C2A722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3953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E82F-7D2C-48E2-9A21-5EA63E75CD0A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8EA1F-1298-416A-9F50-1E2C2A722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467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E82F-7D2C-48E2-9A21-5EA63E75CD0A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8EA1F-1298-416A-9F50-1E2C2A722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084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EAE82F-7D2C-48E2-9A21-5EA63E75CD0A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8EA1F-1298-416A-9F50-1E2C2A722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680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002060"/>
                </a:solidFill>
              </a:rPr>
              <a:t>Entrepreneurial Business Plan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5400" b="1" dirty="0" smtClean="0">
                <a:solidFill>
                  <a:srgbClr val="FF0000"/>
                </a:solidFill>
              </a:rPr>
              <a:t>UNIT-V</a:t>
            </a:r>
            <a:endParaRPr lang="en-IN" sz="5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3285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Contents</a:t>
            </a:r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Entrepreneurial Business Plan </a:t>
            </a:r>
          </a:p>
          <a:p>
            <a:r>
              <a:rPr lang="en-US" dirty="0" smtClean="0"/>
              <a:t> Preparation </a:t>
            </a:r>
          </a:p>
          <a:p>
            <a:r>
              <a:rPr lang="en-US" dirty="0" smtClean="0"/>
              <a:t> Aspects to be considered in preparing Business Plan </a:t>
            </a:r>
          </a:p>
          <a:p>
            <a:r>
              <a:rPr lang="en-US" dirty="0" smtClean="0"/>
              <a:t> Objectives </a:t>
            </a:r>
          </a:p>
          <a:p>
            <a:r>
              <a:rPr lang="en-US" dirty="0" smtClean="0"/>
              <a:t> Elements of Business Plan (Production plan and Operational Plan)</a:t>
            </a:r>
          </a:p>
          <a:p>
            <a:r>
              <a:rPr lang="en-US" dirty="0" smtClean="0"/>
              <a:t> Understanding Risk assessment of Enterprise towards Entrepreneurial Success.</a:t>
            </a:r>
          </a:p>
          <a:p>
            <a:r>
              <a:rPr lang="en-US" dirty="0" smtClean="0"/>
              <a:t> India- Case Study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8805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Entrepreneurial Business Plan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An entrepreneurial business plan is a </a:t>
            </a:r>
            <a:r>
              <a:rPr lang="en-US" b="1" dirty="0" smtClean="0"/>
              <a:t>systematic blueprint prepared by an entrepreneur that explains the business idea, market opportunities, operational strategies, financial requirements, and future growth plans of a new venture.</a:t>
            </a:r>
          </a:p>
          <a:p>
            <a:pPr marL="0" indent="0">
              <a:buNone/>
            </a:pPr>
            <a:r>
              <a:rPr lang="en-US" dirty="0" smtClean="0"/>
              <a:t>It serves as a </a:t>
            </a:r>
            <a:r>
              <a:rPr lang="en-US" b="1" dirty="0" smtClean="0"/>
              <a:t>guide for the entrepreneur and a communication tool for investors, banks, and stakeholders.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1082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Entrepreneurial Business Plan – Preparation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75657"/>
            <a:ext cx="10515600" cy="5001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An </a:t>
            </a:r>
            <a:r>
              <a:rPr lang="en-US" b="1" dirty="0" smtClean="0"/>
              <a:t>Entrepreneurial Business Plan</a:t>
            </a:r>
            <a:r>
              <a:rPr lang="en-US" dirty="0" smtClean="0"/>
              <a:t> is a written document that explains the business idea, objectives, strategies, resources required, and financial plans for starting and managing a business.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4990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Steps in Preparing a Business Plan</a:t>
            </a:r>
            <a:br>
              <a:rPr lang="en-US" b="1" dirty="0">
                <a:solidFill>
                  <a:srgbClr val="FF0000"/>
                </a:solidFill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Identify </a:t>
            </a:r>
            <a:r>
              <a:rPr lang="en-US" b="1" dirty="0"/>
              <a:t>the Business Idea</a:t>
            </a:r>
            <a:r>
              <a:rPr lang="en-US" dirty="0"/>
              <a:t> – Select a feasible and innovative idea that meets market needs.</a:t>
            </a:r>
          </a:p>
          <a:p>
            <a:r>
              <a:rPr lang="en-US" b="1" dirty="0"/>
              <a:t>Conduct Market Research</a:t>
            </a:r>
            <a:r>
              <a:rPr lang="en-US" dirty="0"/>
              <a:t> – Analyze customers, competitors, and demand.</a:t>
            </a:r>
          </a:p>
          <a:p>
            <a:r>
              <a:rPr lang="en-US" b="1" dirty="0"/>
              <a:t>Define Business Objectives</a:t>
            </a:r>
            <a:r>
              <a:rPr lang="en-US" dirty="0"/>
              <a:t> – Set clear short-term and long-term goals.</a:t>
            </a:r>
          </a:p>
          <a:p>
            <a:r>
              <a:rPr lang="en-US" b="1" dirty="0"/>
              <a:t>Develop Business Strategies</a:t>
            </a:r>
            <a:r>
              <a:rPr lang="en-US" dirty="0"/>
              <a:t> – Decide marketing, operational, and financial strategies.</a:t>
            </a:r>
          </a:p>
          <a:p>
            <a:r>
              <a:rPr lang="en-US" b="1" dirty="0"/>
              <a:t>Estimate Financial Requirements</a:t>
            </a:r>
            <a:r>
              <a:rPr lang="en-US" dirty="0"/>
              <a:t> – Determine investment, cost, and expected profits.</a:t>
            </a:r>
          </a:p>
          <a:p>
            <a:r>
              <a:rPr lang="en-US" b="1" dirty="0"/>
              <a:t>Prepare Implementation Plan</a:t>
            </a:r>
            <a:r>
              <a:rPr lang="en-US" dirty="0"/>
              <a:t> – Define timeline, resources, and responsibilities.</a:t>
            </a:r>
          </a:p>
          <a:p>
            <a:pPr marL="0" indent="0">
              <a:buNone/>
            </a:pPr>
            <a:r>
              <a:rPr lang="en-US" dirty="0"/>
              <a:t>A well-prepared business plan helps entrepreneurs </a:t>
            </a:r>
            <a:r>
              <a:rPr lang="en-US" b="1" dirty="0"/>
              <a:t>attract investors, manage risks, and ensure systematic growth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9399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Aspects to be Considered in Preparing a Business Plan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When preparing a business plan, entrepreneurs should consider the following aspects:</a:t>
            </a:r>
          </a:p>
          <a:p>
            <a:r>
              <a:rPr lang="en-US" b="1" dirty="0" smtClean="0"/>
              <a:t>Market Analysis</a:t>
            </a:r>
            <a:endParaRPr lang="en-US" dirty="0" smtClean="0"/>
          </a:p>
          <a:p>
            <a:pPr lvl="1"/>
            <a:r>
              <a:rPr lang="en-US" dirty="0" smtClean="0"/>
              <a:t>Identify target customers.</a:t>
            </a:r>
          </a:p>
          <a:p>
            <a:pPr lvl="1"/>
            <a:r>
              <a:rPr lang="en-US" dirty="0" smtClean="0"/>
              <a:t>Study demand and competition.</a:t>
            </a:r>
          </a:p>
          <a:p>
            <a:r>
              <a:rPr lang="en-US" b="1" dirty="0" smtClean="0"/>
              <a:t>Technical Feasibility</a:t>
            </a:r>
            <a:endParaRPr lang="en-US" dirty="0" smtClean="0"/>
          </a:p>
          <a:p>
            <a:pPr lvl="1"/>
            <a:r>
              <a:rPr lang="en-US" dirty="0" smtClean="0"/>
              <a:t>Availability of technology, machinery, and raw materials.</a:t>
            </a:r>
          </a:p>
          <a:p>
            <a:r>
              <a:rPr lang="en-US" b="1" dirty="0" smtClean="0"/>
              <a:t>Financial Feasibility</a:t>
            </a:r>
            <a:endParaRPr lang="en-US" dirty="0" smtClean="0"/>
          </a:p>
          <a:p>
            <a:pPr lvl="1"/>
            <a:r>
              <a:rPr lang="en-US" dirty="0" smtClean="0"/>
              <a:t>Capital requirement, sources of finance, expected revenue, and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3539715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Legal and Regulatory Requirements</a:t>
            </a:r>
            <a:endParaRPr lang="en-US" dirty="0" smtClean="0"/>
          </a:p>
          <a:p>
            <a:pPr lvl="1"/>
            <a:r>
              <a:rPr lang="en-US" dirty="0" smtClean="0"/>
              <a:t>Business registration, licenses, and compliance with government policies.</a:t>
            </a:r>
          </a:p>
          <a:p>
            <a:r>
              <a:rPr lang="en-US" b="1" dirty="0" smtClean="0"/>
              <a:t>Operational Planning</a:t>
            </a:r>
            <a:endParaRPr lang="en-US" dirty="0" smtClean="0"/>
          </a:p>
          <a:p>
            <a:pPr lvl="1"/>
            <a:r>
              <a:rPr lang="en-US" dirty="0" smtClean="0"/>
              <a:t>Location, production capacity, workforce, and supply chain.</a:t>
            </a:r>
          </a:p>
          <a:p>
            <a:r>
              <a:rPr lang="en-US" b="1" dirty="0" smtClean="0"/>
              <a:t>Risk Factors</a:t>
            </a:r>
            <a:endParaRPr lang="en-US" dirty="0" smtClean="0"/>
          </a:p>
          <a:p>
            <a:pPr lvl="1"/>
            <a:r>
              <a:rPr lang="en-US" dirty="0" smtClean="0"/>
              <a:t>Identify potential risks and develop contingency plans.</a:t>
            </a:r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9997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Objectives of a Business Plan</a:t>
            </a:r>
            <a:br>
              <a:rPr lang="en-US" b="1" dirty="0" smtClean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The main objectives of preparing a business plan are:</a:t>
            </a:r>
          </a:p>
          <a:p>
            <a:r>
              <a:rPr lang="en-US" b="1" dirty="0" smtClean="0"/>
              <a:t>To guide the entrepreneur</a:t>
            </a:r>
            <a:r>
              <a:rPr lang="en-US" dirty="0" smtClean="0"/>
              <a:t> in starting and managing the business.</a:t>
            </a:r>
          </a:p>
          <a:p>
            <a:r>
              <a:rPr lang="en-US" b="1" dirty="0" smtClean="0"/>
              <a:t>To attract investors and financial institutions</a:t>
            </a:r>
            <a:r>
              <a:rPr lang="en-US" dirty="0" smtClean="0"/>
              <a:t> for funding.</a:t>
            </a:r>
          </a:p>
          <a:p>
            <a:r>
              <a:rPr lang="en-US" b="1" dirty="0" smtClean="0"/>
              <a:t>To analyze the feasibility of the business idea.</a:t>
            </a:r>
            <a:endParaRPr lang="en-US" dirty="0" smtClean="0"/>
          </a:p>
          <a:p>
            <a:r>
              <a:rPr lang="en-US" b="1" dirty="0" smtClean="0"/>
              <a:t>To provide a roadmap for business operations and growth.</a:t>
            </a:r>
            <a:endParaRPr lang="en-US" dirty="0" smtClean="0"/>
          </a:p>
          <a:p>
            <a:r>
              <a:rPr lang="en-US" b="1" dirty="0" smtClean="0"/>
              <a:t>To identify risks and opportunities.</a:t>
            </a: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2226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Elements of a Business Plan</a:t>
            </a:r>
            <a:br>
              <a:rPr lang="en-US" b="1" dirty="0" smtClean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1783"/>
            <a:ext cx="10515600" cy="45110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A comprehensive business plan generally includes the following elements:</a:t>
            </a:r>
          </a:p>
          <a:p>
            <a:r>
              <a:rPr lang="en-US" b="1" dirty="0" smtClean="0"/>
              <a:t>1. Executive Summary</a:t>
            </a:r>
          </a:p>
          <a:p>
            <a:pPr marL="0" indent="0">
              <a:buNone/>
            </a:pPr>
            <a:r>
              <a:rPr lang="en-US" dirty="0" smtClean="0"/>
              <a:t>A brief overview of the business idea, objectives, and strategies.</a:t>
            </a:r>
          </a:p>
          <a:p>
            <a:r>
              <a:rPr lang="en-US" b="1" dirty="0" smtClean="0"/>
              <a:t>2. Business Description</a:t>
            </a:r>
          </a:p>
          <a:p>
            <a:pPr marL="0" indent="0">
              <a:buNone/>
            </a:pPr>
            <a:r>
              <a:rPr lang="en-US" dirty="0" smtClean="0"/>
              <a:t>Information about the business, product or service, mission, and vision.</a:t>
            </a:r>
          </a:p>
          <a:p>
            <a:r>
              <a:rPr lang="en-US" b="1" dirty="0" smtClean="0"/>
              <a:t>3. Market Analysis</a:t>
            </a:r>
          </a:p>
          <a:p>
            <a:pPr marL="0" indent="0">
              <a:buNone/>
            </a:pPr>
            <a:r>
              <a:rPr lang="en-US" dirty="0" smtClean="0"/>
              <a:t>Details about market demand, customer segments, and competitor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6665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Marketing Plan</a:t>
            </a:r>
          </a:p>
          <a:p>
            <a:pPr marL="0" indent="0">
              <a:buNone/>
            </a:pPr>
            <a:r>
              <a:rPr lang="en-US" dirty="0" smtClean="0"/>
              <a:t>Strategies related to pricing, promotion, distribution, and branding.</a:t>
            </a:r>
          </a:p>
          <a:p>
            <a:r>
              <a:rPr lang="en-US" b="1" dirty="0" smtClean="0"/>
              <a:t>5. Financial Plan</a:t>
            </a:r>
          </a:p>
          <a:p>
            <a:pPr marL="0" indent="0">
              <a:buNone/>
            </a:pPr>
            <a:r>
              <a:rPr lang="en-US" dirty="0" smtClean="0"/>
              <a:t>Includes capital requirements, projected income statements, cash flow, and break-even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7241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smtClean="0"/>
              <a:t>6. Production Plan</a:t>
            </a:r>
          </a:p>
          <a:p>
            <a:r>
              <a:rPr lang="en-US" dirty="0" smtClean="0"/>
              <a:t>The production plan explains </a:t>
            </a:r>
            <a:r>
              <a:rPr lang="en-US" b="1" dirty="0" smtClean="0"/>
              <a:t>how the product will be manufactured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Key components:</a:t>
            </a:r>
          </a:p>
          <a:p>
            <a:r>
              <a:rPr lang="en-US" dirty="0" smtClean="0"/>
              <a:t>Production process</a:t>
            </a:r>
          </a:p>
          <a:p>
            <a:r>
              <a:rPr lang="en-US" dirty="0" smtClean="0"/>
              <a:t>Machinery and equipment required</a:t>
            </a:r>
          </a:p>
          <a:p>
            <a:r>
              <a:rPr lang="en-US" dirty="0" smtClean="0"/>
              <a:t>Raw materials</a:t>
            </a:r>
          </a:p>
          <a:p>
            <a:r>
              <a:rPr lang="en-US" dirty="0" smtClean="0"/>
              <a:t>Production capacity</a:t>
            </a:r>
          </a:p>
          <a:p>
            <a:r>
              <a:rPr lang="en-US" dirty="0" smtClean="0"/>
              <a:t>Quality control measures</a:t>
            </a:r>
          </a:p>
          <a:p>
            <a:pPr marL="0" indent="0">
              <a:buNone/>
            </a:pPr>
            <a:r>
              <a:rPr lang="en-US" dirty="0" smtClean="0"/>
              <a:t>Example: A food processing unit plans the quantity of raw materials, processing steps, and packaging methods.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3333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7. Operational Plan</a:t>
            </a:r>
          </a:p>
          <a:p>
            <a:r>
              <a:rPr lang="en-US" dirty="0" smtClean="0"/>
              <a:t>The operational plan explains </a:t>
            </a:r>
            <a:r>
              <a:rPr lang="en-US" b="1" dirty="0" smtClean="0"/>
              <a:t>how day-to-day activities of the business will be managed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Key components:</a:t>
            </a:r>
          </a:p>
          <a:p>
            <a:r>
              <a:rPr lang="en-US" dirty="0" smtClean="0"/>
              <a:t>Business location</a:t>
            </a:r>
          </a:p>
          <a:p>
            <a:r>
              <a:rPr lang="en-US" dirty="0" smtClean="0"/>
              <a:t>Organizational structure</a:t>
            </a:r>
          </a:p>
          <a:p>
            <a:r>
              <a:rPr lang="en-US" dirty="0" smtClean="0"/>
              <a:t>Staffing and manpower requirements</a:t>
            </a:r>
          </a:p>
          <a:p>
            <a:r>
              <a:rPr lang="en-US" dirty="0" smtClean="0"/>
              <a:t>Supply chain management</a:t>
            </a:r>
          </a:p>
          <a:p>
            <a:r>
              <a:rPr lang="en-US" dirty="0" smtClean="0"/>
              <a:t>Work schedules</a:t>
            </a:r>
          </a:p>
          <a:p>
            <a:pPr marL="0" indent="0">
              <a:buNone/>
            </a:pPr>
            <a:r>
              <a:rPr lang="en-US" dirty="0" smtClean="0"/>
              <a:t>Example: A restaurant defines staff roles such as chef, service staff, and manager along with daily operations.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05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Understanding Risk Assessment of Enterprise Towards Entrepreneurial Success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Risk assessment</a:t>
            </a:r>
            <a:r>
              <a:rPr lang="en-US" dirty="0" smtClean="0"/>
              <a:t> refers to identifying, analyzing, and managing potential risks that may affect business success.</a:t>
            </a:r>
          </a:p>
          <a:p>
            <a:pPr marL="0" indent="0">
              <a:buNone/>
            </a:pPr>
            <a:r>
              <a:rPr lang="en-US" b="1" dirty="0" smtClean="0"/>
              <a:t>Types of Risks in Entrepreneurship</a:t>
            </a:r>
          </a:p>
          <a:p>
            <a:r>
              <a:rPr lang="en-US" b="1" dirty="0" smtClean="0"/>
              <a:t>Financial Risk</a:t>
            </a:r>
            <a:r>
              <a:rPr lang="en-US" dirty="0" smtClean="0"/>
              <a:t> – Loss due to insufficient funds or poor financial planning.</a:t>
            </a:r>
          </a:p>
          <a:p>
            <a:r>
              <a:rPr lang="en-US" b="1" dirty="0" smtClean="0"/>
              <a:t>Market Risk</a:t>
            </a:r>
            <a:r>
              <a:rPr lang="en-US" dirty="0" smtClean="0"/>
              <a:t> – Changes in customer demand or strong competition.</a:t>
            </a:r>
          </a:p>
          <a:p>
            <a:r>
              <a:rPr lang="en-US" b="1" dirty="0" smtClean="0"/>
              <a:t>Operational Risk</a:t>
            </a:r>
            <a:r>
              <a:rPr lang="en-US" dirty="0" smtClean="0"/>
              <a:t> – Problems in production, supply chain, or workforce.</a:t>
            </a:r>
          </a:p>
          <a:p>
            <a:r>
              <a:rPr lang="en-US" b="1" dirty="0" smtClean="0"/>
              <a:t>Technological Risk</a:t>
            </a:r>
            <a:r>
              <a:rPr lang="en-US" dirty="0" smtClean="0"/>
              <a:t> – Obsolete technology or system failures.</a:t>
            </a:r>
          </a:p>
          <a:p>
            <a:r>
              <a:rPr lang="en-US" b="1" dirty="0" smtClean="0"/>
              <a:t>Legal Risk</a:t>
            </a:r>
            <a:r>
              <a:rPr lang="en-US" dirty="0" smtClean="0"/>
              <a:t> – Non-compliance with government regulations.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8570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Importance of Risk Assessment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Helps </a:t>
            </a:r>
            <a:r>
              <a:rPr lang="en-US" dirty="0" smtClean="0"/>
              <a:t>entrepreneurs make informed decisions.</a:t>
            </a:r>
          </a:p>
          <a:p>
            <a:r>
              <a:rPr lang="en-US" dirty="0" smtClean="0"/>
              <a:t>Reduces chances of business failure.</a:t>
            </a:r>
          </a:p>
          <a:p>
            <a:r>
              <a:rPr lang="en-US" dirty="0" smtClean="0"/>
              <a:t>Improves planning and preparedness.</a:t>
            </a:r>
          </a:p>
          <a:p>
            <a:r>
              <a:rPr lang="en-US" dirty="0" smtClean="0"/>
              <a:t>Increases the probability of entrepreneurial success.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4775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Indian Case Study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Case Study: Flipkart</a:t>
            </a:r>
          </a:p>
          <a:p>
            <a:r>
              <a:rPr lang="en-US" b="1" dirty="0" smtClean="0"/>
              <a:t>Background: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Sachin</a:t>
            </a:r>
            <a:r>
              <a:rPr lang="en-US" dirty="0" smtClean="0"/>
              <a:t> Bansal and </a:t>
            </a:r>
            <a:r>
              <a:rPr lang="en-US" dirty="0" err="1" smtClean="0"/>
              <a:t>Binny</a:t>
            </a:r>
            <a:r>
              <a:rPr lang="en-US" dirty="0" smtClean="0"/>
              <a:t> Bansal started Flipkart in 2007 as an online bookstore in India.</a:t>
            </a:r>
          </a:p>
          <a:p>
            <a:r>
              <a:rPr lang="en-US" b="1" dirty="0" smtClean="0"/>
              <a:t>Business Plan Highlights:</a:t>
            </a:r>
            <a:endParaRPr lang="en-US" dirty="0" smtClean="0"/>
          </a:p>
          <a:p>
            <a:r>
              <a:rPr lang="en-US" dirty="0" smtClean="0"/>
              <a:t>Focus on </a:t>
            </a:r>
            <a:r>
              <a:rPr lang="en-US" b="1" dirty="0" smtClean="0"/>
              <a:t>e-commerce convenience for Indian customers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Introduced </a:t>
            </a:r>
            <a:r>
              <a:rPr lang="en-US" b="1" dirty="0" smtClean="0"/>
              <a:t>Cash on Delivery (COD)</a:t>
            </a:r>
            <a:r>
              <a:rPr lang="en-US" dirty="0" smtClean="0"/>
              <a:t> to overcome low online payment trust.</a:t>
            </a:r>
          </a:p>
          <a:p>
            <a:r>
              <a:rPr lang="en-US" dirty="0" smtClean="0"/>
              <a:t>Developed strong logistics and supply chain networks.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93803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Production/Operational Plan:</a:t>
            </a:r>
            <a:endParaRPr lang="en-US" dirty="0" smtClean="0"/>
          </a:p>
          <a:p>
            <a:r>
              <a:rPr lang="en-US" dirty="0" smtClean="0"/>
              <a:t>Built warehouses across India.</a:t>
            </a:r>
          </a:p>
          <a:p>
            <a:r>
              <a:rPr lang="en-US" dirty="0" smtClean="0"/>
              <a:t>Developed its own logistics service called </a:t>
            </a:r>
            <a:r>
              <a:rPr lang="en-US" b="1" dirty="0" err="1" smtClean="0"/>
              <a:t>Ekart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Risk Assessment:</a:t>
            </a:r>
            <a:endParaRPr lang="en-US" dirty="0" smtClean="0"/>
          </a:p>
          <a:p>
            <a:r>
              <a:rPr lang="en-US" dirty="0" smtClean="0"/>
              <a:t>Faced competition from companies like Amazon.</a:t>
            </a:r>
          </a:p>
          <a:p>
            <a:r>
              <a:rPr lang="en-US" dirty="0" smtClean="0"/>
              <a:t>Managed risks by investing in technology, delivery infrastructure, and customer service.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15270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Outcome:</a:t>
            </a:r>
            <a:endParaRPr lang="en-US" dirty="0" smtClean="0"/>
          </a:p>
          <a:p>
            <a:r>
              <a:rPr lang="en-US" dirty="0" smtClean="0"/>
              <a:t>Became one of India's largest e-commerce companies and was acquired by Walmart in 2018.</a:t>
            </a:r>
          </a:p>
          <a:p>
            <a:r>
              <a:rPr lang="en-US" b="1" dirty="0" smtClean="0"/>
              <a:t>Learning: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 well-structured business plan, strong operational strategy, and effective risk management can lead to entrepreneurial success.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0158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8367" y="2211977"/>
            <a:ext cx="6566262" cy="377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096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786</Words>
  <Application>Microsoft Office PowerPoint</Application>
  <PresentationFormat>Widescreen</PresentationFormat>
  <Paragraphs>104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Entrepreneurial Business Plan</vt:lpstr>
      <vt:lpstr>Contents </vt:lpstr>
      <vt:lpstr>Entrepreneurial Business Plan</vt:lpstr>
      <vt:lpstr> Entrepreneurial Business Plan – Preparation </vt:lpstr>
      <vt:lpstr>Steps in Preparing a Business Plan </vt:lpstr>
      <vt:lpstr>Aspects to be Considered in Preparing a Business Plan </vt:lpstr>
      <vt:lpstr>PowerPoint Presentation</vt:lpstr>
      <vt:lpstr>Objectives of a Business Plan </vt:lpstr>
      <vt:lpstr>Elements of a Business Plan </vt:lpstr>
      <vt:lpstr>PowerPoint Presentation</vt:lpstr>
      <vt:lpstr>PowerPoint Presentation</vt:lpstr>
      <vt:lpstr>PowerPoint Presentation</vt:lpstr>
      <vt:lpstr>Understanding Risk Assessment of Enterprise Towards Entrepreneurial Success</vt:lpstr>
      <vt:lpstr>Importance of Risk Assessment </vt:lpstr>
      <vt:lpstr>Indian Case Study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Entrepreneurial Business Plan</dc:title>
  <dc:creator>User</dc:creator>
  <cp:lastModifiedBy>User</cp:lastModifiedBy>
  <cp:revision>4</cp:revision>
  <dcterms:created xsi:type="dcterms:W3CDTF">2026-03-06T07:45:43Z</dcterms:created>
  <dcterms:modified xsi:type="dcterms:W3CDTF">2026-03-11T04:29:27Z</dcterms:modified>
</cp:coreProperties>
</file>